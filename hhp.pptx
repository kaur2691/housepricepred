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1"/>
  </p:handoutMasterIdLst>
  <p:sldIdLst>
    <p:sldId id="257" r:id="rId3"/>
    <p:sldId id="258" r:id="rId5"/>
    <p:sldId id="320" r:id="rId6"/>
    <p:sldId id="314" r:id="rId7"/>
    <p:sldId id="282" r:id="rId8"/>
    <p:sldId id="284" r:id="rId9"/>
    <p:sldId id="280" r:id="rId10"/>
  </p:sldIdLst>
  <p:sldSz cx="12192000" cy="6858000"/>
  <p:notesSz cx="6858000" cy="9144000"/>
  <p:defaultTextStyle>
    <a:defPPr>
      <a:defRPr lang="zh-CN"/>
    </a:defPPr>
    <a:lvl1pPr algn="l" defTabSz="1217930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1pPr>
    <a:lvl2pPr marL="608330" indent="-151130" algn="l" defTabSz="1217930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2pPr>
    <a:lvl3pPr marL="1217930" indent="-303530" algn="l" defTabSz="1217930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3pPr>
    <a:lvl4pPr marL="1827530" indent="-455930" algn="l" defTabSz="1217930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4pPr>
    <a:lvl5pPr marL="2437130" indent="-608330" algn="l" defTabSz="1217930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4D4D"/>
    <a:srgbClr val="FEFFFF"/>
    <a:srgbClr val="3B3A3A"/>
    <a:srgbClr val="E8E5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720" autoAdjust="0"/>
    <p:restoredTop sz="94660"/>
  </p:normalViewPr>
  <p:slideViewPr>
    <p:cSldViewPr snapToGrid="0">
      <p:cViewPr varScale="1">
        <p:scale>
          <a:sx n="75" d="100"/>
          <a:sy n="75" d="100"/>
        </p:scale>
        <p:origin x="63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98C2A628-5979-4657-85CB-1651BBF7C9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F67188B5-F242-46A8-BC70-F730184234E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Calibri" panose="020F0502020204030204" pitchFamily="34" charset="0"/>
        <a:cs typeface="Calibri" panose="020F050202020403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Calibri" panose="020F0502020204030204" pitchFamily="34" charset="0"/>
        <a:cs typeface="Calibri" panose="020F050202020403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Calibri" panose="020F0502020204030204" pitchFamily="34" charset="0"/>
        <a:cs typeface="Calibri" panose="020F050202020403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Calibri" panose="020F0502020204030204" pitchFamily="34" charset="0"/>
        <a:cs typeface="Calibri" panose="020F050202020403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Calibri" panose="020F0502020204030204" pitchFamily="34" charset="0"/>
        <a:cs typeface="Calibri" panose="020F050202020403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1219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65" dirty="0"/>
          </a:p>
        </p:txBody>
      </p:sp>
      <p:sp>
        <p:nvSpPr>
          <p:cNvPr id="717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spcBef>
                <a:spcPct val="30000"/>
              </a:spcBef>
              <a:buFont typeface="Arial" panose="020B0604020202020204" pitchFamily="34" charset="0"/>
              <a:defRPr>
                <a:solidFill>
                  <a:srgbClr val="FF0000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6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defTabSz="121793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defTabSz="121793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defTabSz="121793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defTabSz="121793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defTabSz="1217930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FADC5A8A-2915-45FF-8245-75070A7CF0E2}" type="slidenum">
              <a:rPr lang="zh-CN" altLang="en-US" smtClean="0">
                <a:solidFill>
                  <a:schemeClr val="tx1"/>
                </a:solidFill>
              </a:rPr>
            </a:fld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/>
          <a:srcRect b="2283"/>
          <a:stretch>
            <a:fillRect/>
          </a:stretch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  <p:sp>
        <p:nvSpPr>
          <p:cNvPr id="16" name="任意多边形 15"/>
          <p:cNvSpPr/>
          <p:nvPr userDrawn="1"/>
        </p:nvSpPr>
        <p:spPr>
          <a:xfrm rot="2202088">
            <a:off x="-1004272" y="2877579"/>
            <a:ext cx="12961858" cy="1232231"/>
          </a:xfrm>
          <a:custGeom>
            <a:avLst/>
            <a:gdLst>
              <a:gd name="connsiteX0" fmla="*/ 0 w 12961858"/>
              <a:gd name="connsiteY0" fmla="*/ 1089579 h 1232231"/>
              <a:gd name="connsiteX1" fmla="*/ 1461704 w 12961858"/>
              <a:gd name="connsiteY1" fmla="*/ 0 h 1232231"/>
              <a:gd name="connsiteX2" fmla="*/ 12961858 w 12961858"/>
              <a:gd name="connsiteY2" fmla="*/ 0 h 1232231"/>
              <a:gd name="connsiteX3" fmla="*/ 11308782 w 12961858"/>
              <a:gd name="connsiteY3" fmla="*/ 1232231 h 1232231"/>
              <a:gd name="connsiteX4" fmla="*/ 106335 w 12961858"/>
              <a:gd name="connsiteY4" fmla="*/ 1232231 h 1232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61858" h="1232231">
                <a:moveTo>
                  <a:pt x="0" y="1089579"/>
                </a:moveTo>
                <a:lnTo>
                  <a:pt x="1461704" y="0"/>
                </a:lnTo>
                <a:lnTo>
                  <a:pt x="12961858" y="0"/>
                </a:lnTo>
                <a:lnTo>
                  <a:pt x="11308782" y="1232231"/>
                </a:lnTo>
                <a:lnTo>
                  <a:pt x="106335" y="1232231"/>
                </a:ln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任意多边形 9"/>
          <p:cNvSpPr/>
          <p:nvPr userDrawn="1"/>
        </p:nvSpPr>
        <p:spPr>
          <a:xfrm rot="2202088">
            <a:off x="-2719943" y="2989034"/>
            <a:ext cx="11215081" cy="5373915"/>
          </a:xfrm>
          <a:custGeom>
            <a:avLst/>
            <a:gdLst>
              <a:gd name="connsiteX0" fmla="*/ 0 w 9259736"/>
              <a:gd name="connsiteY0" fmla="*/ 0 h 4436975"/>
              <a:gd name="connsiteX1" fmla="*/ 9259736 w 9259736"/>
              <a:gd name="connsiteY1" fmla="*/ 0 h 4436975"/>
              <a:gd name="connsiteX2" fmla="*/ 3307396 w 9259736"/>
              <a:gd name="connsiteY2" fmla="*/ 4436975 h 4436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59736" h="4436975">
                <a:moveTo>
                  <a:pt x="0" y="0"/>
                </a:moveTo>
                <a:lnTo>
                  <a:pt x="9259736" y="0"/>
                </a:lnTo>
                <a:lnTo>
                  <a:pt x="3307396" y="443697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任意多边形 16"/>
          <p:cNvSpPr/>
          <p:nvPr userDrawn="1"/>
        </p:nvSpPr>
        <p:spPr>
          <a:xfrm rot="2202088">
            <a:off x="684745" y="3371106"/>
            <a:ext cx="11675633" cy="130806"/>
          </a:xfrm>
          <a:custGeom>
            <a:avLst/>
            <a:gdLst>
              <a:gd name="connsiteX0" fmla="*/ 0 w 11675633"/>
              <a:gd name="connsiteY0" fmla="*/ 130806 h 130806"/>
              <a:gd name="connsiteX1" fmla="*/ 175480 w 11675633"/>
              <a:gd name="connsiteY1" fmla="*/ 0 h 130806"/>
              <a:gd name="connsiteX2" fmla="*/ 11675633 w 11675633"/>
              <a:gd name="connsiteY2" fmla="*/ 0 h 130806"/>
              <a:gd name="connsiteX3" fmla="*/ 11500153 w 11675633"/>
              <a:gd name="connsiteY3" fmla="*/ 130806 h 130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5633" h="130806">
                <a:moveTo>
                  <a:pt x="0" y="130806"/>
                </a:moveTo>
                <a:lnTo>
                  <a:pt x="175480" y="0"/>
                </a:lnTo>
                <a:lnTo>
                  <a:pt x="11675633" y="0"/>
                </a:lnTo>
                <a:lnTo>
                  <a:pt x="11500153" y="130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133351" y="4038600"/>
            <a:ext cx="5486399" cy="1864590"/>
          </a:xfrm>
          <a:noFill/>
        </p:spPr>
        <p:txBody>
          <a:bodyPr anchor="ctr">
            <a:noAutofit/>
          </a:bodyPr>
          <a:lstStyle>
            <a:lvl1pPr algn="l">
              <a:lnSpc>
                <a:spcPct val="150000"/>
              </a:lnSpc>
              <a:defRPr sz="4400" b="1" i="0">
                <a:solidFill>
                  <a:schemeClr val="accent1">
                    <a:lumMod val="20000"/>
                    <a:lumOff val="80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133350" y="5951600"/>
            <a:ext cx="6000750" cy="73483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00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单击以编辑母版副标题样式</a:t>
            </a:r>
            <a:endParaRPr lang="en-US" dirty="0"/>
          </a:p>
        </p:txBody>
      </p:sp>
      <p:sp>
        <p:nvSpPr>
          <p:cNvPr id="29" name="Date Placeholder 3"/>
          <p:cNvSpPr>
            <a:spLocks noGrp="1"/>
          </p:cNvSpPr>
          <p:nvPr userDrawn="1">
            <p:ph type="dt" sz="half" idx="10"/>
          </p:nvPr>
        </p:nvSpPr>
        <p:spPr>
          <a:xfrm>
            <a:off x="838200" y="6460854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fld id="{73B25E68-99F1-4046-B09B-134B52642A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0" name="Footer Placeholder 4"/>
          <p:cNvSpPr>
            <a:spLocks noGrp="1"/>
          </p:cNvSpPr>
          <p:nvPr userDrawn="1">
            <p:ph type="ftr" sz="quarter" idx="11"/>
          </p:nvPr>
        </p:nvSpPr>
        <p:spPr>
          <a:xfrm>
            <a:off x="4038600" y="6460854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1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8610600" y="6460854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fld id="{3E3CA578-6D8C-4084-809D-66D25A20E1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3B25E68-99F1-4046-B09B-134B52642A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3CA578-6D8C-4084-809D-66D25A20E1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/>
          <a:srcRect b="2283"/>
          <a:stretch>
            <a:fillRect/>
          </a:stretch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2414994"/>
            <a:ext cx="12191999" cy="2494240"/>
          </a:xfr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540000" rtlCol="0" anchor="t">
            <a:noAutofit/>
          </a:bodyPr>
          <a:lstStyle>
            <a:lvl1pPr algn="ctr">
              <a:defRPr lang="en-US" sz="54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algn="ctr" defTabSz="1217930" eaLnBrk="0" hangingPunct="0"/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562100" y="3921810"/>
            <a:ext cx="9067800" cy="835425"/>
          </a:xfr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2800" b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3B25E68-99F1-4046-B09B-134B52642A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3CA578-6D8C-4084-809D-66D25A20E1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3pPr>
              <a:defRPr>
                <a:ea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ea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ea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3pPr>
              <a:defRPr>
                <a:ea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ea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ea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3B25E68-99F1-4046-B09B-134B52642A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3CA578-6D8C-4084-809D-66D25A20E1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9" y="2505075"/>
            <a:ext cx="5157787" cy="3684588"/>
          </a:xfrm>
        </p:spPr>
        <p:txBody>
          <a:bodyPr/>
          <a:lstStyle>
            <a:lvl3pPr>
              <a:defRPr>
                <a:ea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ea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ea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1" y="2505075"/>
            <a:ext cx="5183188" cy="3684588"/>
          </a:xfrm>
        </p:spPr>
        <p:txBody>
          <a:bodyPr/>
          <a:lstStyle>
            <a:lvl3pPr>
              <a:defRPr>
                <a:ea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ea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ea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3B25E68-99F1-4046-B09B-134B52642A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3CA578-6D8C-4084-809D-66D25A20E1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3B25E68-99F1-4046-B09B-134B52642A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3CA578-6D8C-4084-809D-66D25A20E1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3B25E68-99F1-4046-B09B-134B52642A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3CA578-6D8C-4084-809D-66D25A20E1A2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>
                <a:ea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2000">
                <a:ea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2000">
                <a:ea typeface="Calibri" panose="020F0502020204030204" pitchFamily="34" charset="0"/>
                <a:cs typeface="Calibri" panose="020F050202020403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3B25E68-99F1-4046-B09B-134B52642A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3CA578-6D8C-4084-809D-66D25A20E1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3B25E68-99F1-4046-B09B-134B52642A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3CA578-6D8C-4084-809D-66D25A20E1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>
            <a:lvl3pPr>
              <a:defRPr>
                <a:ea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ea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ea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3B25E68-99F1-4046-B09B-134B52642A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3CA578-6D8C-4084-809D-66D25A20E1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ly-arranged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>
            <a:lvl3pPr>
              <a:defRPr>
                <a:ea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ea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ea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3B25E68-99F1-4046-B09B-134B52642A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3CA578-6D8C-4084-809D-66D25A20E1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12"/>
          <a:srcRect b="2283"/>
          <a:stretch>
            <a:fillRect/>
          </a:stretch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0" y="1216754"/>
            <a:ext cx="12192000" cy="5641246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54063" y="1338263"/>
            <a:ext cx="10680700" cy="5018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1219200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3B25E68-99F1-4046-B09B-134B52642A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defTabSz="1219200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1219200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3E3CA578-6D8C-4084-809D-66D25A20E1A2}" type="slidenum">
              <a:rPr lang="zh-CN" altLang="en-US" smtClean="0"/>
            </a:fld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0" y="0"/>
            <a:ext cx="12192000" cy="1216754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31" name="Title Placeholder 1"/>
          <p:cNvSpPr>
            <a:spLocks noGrp="1"/>
          </p:cNvSpPr>
          <p:nvPr>
            <p:ph type="title"/>
          </p:nvPr>
        </p:nvSpPr>
        <p:spPr bwMode="auto">
          <a:xfrm>
            <a:off x="792163" y="368300"/>
            <a:ext cx="9999662" cy="848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kern="1200">
          <a:ln w="3175">
            <a:noFill/>
          </a:ln>
          <a:solidFill>
            <a:schemeClr val="accent1"/>
          </a:solidFill>
          <a:effectLst/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等线 Light" panose="02010600030101010101" pitchFamily="2" charset="-122"/>
          <a:ea typeface="等线 Light" panose="02010600030101010101" pitchFamily="2" charset="-122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等线 Light" panose="02010600030101010101" pitchFamily="2" charset="-122"/>
          <a:ea typeface="等线 Light" panose="02010600030101010101" pitchFamily="2" charset="-122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等线 Light" panose="02010600030101010101" pitchFamily="2" charset="-122"/>
          <a:ea typeface="等线 Light" panose="02010600030101010101" pitchFamily="2" charset="-122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等线 Light" panose="02010600030101010101" pitchFamily="2" charset="-122"/>
          <a:ea typeface="等线 Light" panose="02010600030101010101" pitchFamily="2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empus Sans ITC" panose="04020404030D07020202" pitchFamily="82" charset="0"/>
          <a:ea typeface="幼圆" panose="02010509060101010101" pitchFamily="49" charset="-122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empus Sans ITC" panose="04020404030D07020202" pitchFamily="82" charset="0"/>
          <a:ea typeface="幼圆" panose="02010509060101010101" pitchFamily="49" charset="-122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empus Sans ITC" panose="04020404030D07020202" pitchFamily="82" charset="0"/>
          <a:ea typeface="幼圆" panose="02010509060101010101" pitchFamily="49" charset="-122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empus Sans ITC" panose="04020404030D07020202" pitchFamily="82" charset="0"/>
          <a:ea typeface="幼圆" panose="02010509060101010101" pitchFamily="49" charset="-122"/>
        </a:defRPr>
      </a:lvl9pPr>
    </p:titleStyle>
    <p:bodyStyle>
      <a:lvl1pPr marL="357505" indent="-357505" algn="l" rtl="0" eaLnBrk="1" fontAlgn="base" hangingPunct="1">
        <a:lnSpc>
          <a:spcPct val="90000"/>
        </a:lnSpc>
        <a:spcBef>
          <a:spcPts val="1800"/>
        </a:spcBef>
        <a:spcAft>
          <a:spcPct val="0"/>
        </a:spcAft>
        <a:buClr>
          <a:schemeClr val="tx1"/>
        </a:buClr>
        <a:buSzPct val="80000"/>
        <a:buFont typeface="Wingdings 2" panose="05020102010507070707" pitchFamily="18" charset="2"/>
        <a:buChar char="ê"/>
        <a:defRPr sz="24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357505" indent="-357505" algn="l" rtl="0" eaLnBrk="1" fontAlgn="base" hangingPunct="1">
        <a:lnSpc>
          <a:spcPct val="130000"/>
        </a:lnSpc>
        <a:spcBef>
          <a:spcPct val="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ê"/>
        <a:defRPr sz="16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rgbClr val="262626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262626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26262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" Target="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sz="4800" dirty="0">
                <a:latin typeface="Times New Roman" panose="02020603050405020304" charset="0"/>
                <a:cs typeface="Times New Roman" panose="02020603050405020304" charset="0"/>
              </a:rPr>
              <a:t>House Price Prediction</a:t>
            </a:r>
            <a:endParaRPr lang="en-US" altLang="zh-CN" sz="4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By - </a:t>
            </a:r>
            <a:r>
              <a:rPr lang="en-US" altLang="zh-CN" b="1" dirty="0"/>
              <a:t>Parveen </a:t>
            </a:r>
            <a:r>
              <a:rPr lang="en-US" altLang="zh-CN" dirty="0"/>
              <a:t>Kaur</a:t>
            </a:r>
            <a:endParaRPr lang="en-US" altLang="zh-CN" dirty="0"/>
          </a:p>
          <a:p>
            <a:endParaRPr lang="en-US" altLang="zh-CN" dirty="0"/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Box 147"/>
          <p:cNvSpPr txBox="1">
            <a:spLocks noChangeArrowheads="1"/>
          </p:cNvSpPr>
          <p:nvPr/>
        </p:nvSpPr>
        <p:spPr bwMode="auto">
          <a:xfrm>
            <a:off x="4436745" y="485140"/>
            <a:ext cx="4531360" cy="1014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dist">
              <a:buFont typeface="Arial" panose="020B0604020202020204" pitchFamily="34" charset="0"/>
              <a:buNone/>
              <a:defRPr/>
            </a:pPr>
            <a:r>
              <a:rPr lang="en-US" altLang="zh-CN" sz="6000" b="1" dirty="0">
                <a:ea typeface="Calibri" panose="020F0502020204030204" pitchFamily="34" charset="0"/>
                <a:cs typeface="Calibri" panose="020F0502020204030204" pitchFamily="34" charset="0"/>
              </a:rPr>
              <a:t>Key Factors </a:t>
            </a:r>
            <a:endParaRPr lang="en-US" altLang="zh-CN" sz="6000" b="1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MH_Entry_1">
            <a:hlinkClick r:id="rId1" action="ppaction://hlinksldjump"/>
          </p:cNvPr>
          <p:cNvSpPr txBox="1"/>
          <p:nvPr>
            <p:custDataLst>
              <p:tags r:id="rId2"/>
            </p:custDataLst>
          </p:nvPr>
        </p:nvSpPr>
        <p:spPr>
          <a:xfrm>
            <a:off x="2034096" y="2600186"/>
            <a:ext cx="3556610" cy="54182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72000" tIns="0" rIns="0" bIns="0" rtlCol="0" anchor="ctr" anchorCtr="0">
            <a:normAutofit/>
          </a:bodyPr>
          <a:lstStyle>
            <a:defPPr>
              <a:defRPr lang="zh-CN"/>
            </a:defPPr>
            <a:lvl1pPr lvl="0">
              <a:defRPr sz="2000" spc="200">
                <a:latin typeface="+mn-ea"/>
              </a:defRPr>
            </a:lvl1pPr>
          </a:lstStyle>
          <a:p>
            <a:r>
              <a:rPr lang="en-US" altLang="zh-CN" dirty="0">
                <a:solidFill>
                  <a:srgbClr val="FE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Location</a:t>
            </a:r>
            <a:endParaRPr lang="en-US" altLang="zh-CN" dirty="0">
              <a:solidFill>
                <a:srgbClr val="FE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MH_Number_1">
            <a:hlinkClick r:id="rId1" action="ppaction://hlinksldjump"/>
          </p:cNvPr>
          <p:cNvSpPr txBox="1"/>
          <p:nvPr>
            <p:custDataLst>
              <p:tags r:id="rId3"/>
            </p:custDataLst>
          </p:nvPr>
        </p:nvSpPr>
        <p:spPr>
          <a:xfrm>
            <a:off x="1216494" y="2600186"/>
            <a:ext cx="541829" cy="541829"/>
          </a:xfrm>
          <a:prstGeom prst="rect">
            <a:avLst/>
          </a:prstGeom>
          <a:solidFill>
            <a:schemeClr val="accent1"/>
          </a:solidFill>
          <a:ln w="28575">
            <a:noFill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dirty="0">
                <a:solidFill>
                  <a:srgbClr val="FEFFFF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zh-CN" altLang="en-US" dirty="0">
              <a:solidFill>
                <a:srgbClr val="FEFFFF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MH_Entry_1">
            <a:hlinkClick r:id="rId1" action="ppaction://hlinksldjump"/>
          </p:cNvPr>
          <p:cNvSpPr txBox="1"/>
          <p:nvPr>
            <p:custDataLst>
              <p:tags r:id="rId4"/>
            </p:custDataLst>
          </p:nvPr>
        </p:nvSpPr>
        <p:spPr>
          <a:xfrm>
            <a:off x="7418896" y="2600186"/>
            <a:ext cx="3556610" cy="54182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72000" tIns="0" rIns="0" bIns="0" rtlCol="0" anchor="ctr" anchorCtr="0">
            <a:normAutofit/>
          </a:bodyPr>
          <a:lstStyle>
            <a:defPPr>
              <a:defRPr lang="zh-CN"/>
            </a:defPPr>
            <a:lvl1pPr lvl="0">
              <a:defRPr sz="2000" spc="200">
                <a:latin typeface="+mn-ea"/>
              </a:defRPr>
            </a:lvl1pPr>
          </a:lstStyle>
          <a:p>
            <a:r>
              <a:rPr lang="en-US" altLang="zh-CN" dirty="0">
                <a:solidFill>
                  <a:srgbClr val="FE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Amentities</a:t>
            </a:r>
            <a:endParaRPr lang="en-US" altLang="zh-CN" dirty="0">
              <a:solidFill>
                <a:srgbClr val="FE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MH_Number_1">
            <a:hlinkClick r:id="rId1" action="ppaction://hlinksldjump"/>
          </p:cNvPr>
          <p:cNvSpPr txBox="1"/>
          <p:nvPr>
            <p:custDataLst>
              <p:tags r:id="rId5"/>
            </p:custDataLst>
          </p:nvPr>
        </p:nvSpPr>
        <p:spPr>
          <a:xfrm>
            <a:off x="6601294" y="2600186"/>
            <a:ext cx="541829" cy="541829"/>
          </a:xfrm>
          <a:prstGeom prst="rect">
            <a:avLst/>
          </a:prstGeom>
          <a:solidFill>
            <a:schemeClr val="accent1"/>
          </a:solidFill>
          <a:ln w="28575">
            <a:noFill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dirty="0">
                <a:solidFill>
                  <a:srgbClr val="FEFFFF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endParaRPr lang="zh-CN" altLang="en-US" dirty="0">
              <a:solidFill>
                <a:srgbClr val="FEFFFF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MH_Entry_1">
            <a:hlinkClick r:id="rId1" action="ppaction://hlinksldjump"/>
          </p:cNvPr>
          <p:cNvSpPr txBox="1"/>
          <p:nvPr>
            <p:custDataLst>
              <p:tags r:id="rId6"/>
            </p:custDataLst>
          </p:nvPr>
        </p:nvSpPr>
        <p:spPr>
          <a:xfrm>
            <a:off x="2034096" y="3699839"/>
            <a:ext cx="3556610" cy="54182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72000" tIns="0" rIns="0" bIns="0" rtlCol="0" anchor="ctr" anchorCtr="0">
            <a:normAutofit/>
          </a:bodyPr>
          <a:lstStyle>
            <a:defPPr>
              <a:defRPr lang="zh-CN"/>
            </a:defPPr>
            <a:lvl1pPr lvl="0">
              <a:defRPr sz="2000" spc="200">
                <a:latin typeface="+mn-ea"/>
              </a:defRPr>
            </a:lvl1pPr>
          </a:lstStyle>
          <a:p>
            <a:r>
              <a:rPr lang="en-US" altLang="zh-CN" dirty="0">
                <a:solidFill>
                  <a:srgbClr val="FE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Property Age &amp; Condition</a:t>
            </a:r>
            <a:endParaRPr lang="en-US" altLang="zh-CN" dirty="0">
              <a:solidFill>
                <a:srgbClr val="FE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MH_Number_1">
            <a:hlinkClick r:id="rId1" action="ppaction://hlinksldjump"/>
          </p:cNvPr>
          <p:cNvSpPr txBox="1"/>
          <p:nvPr>
            <p:custDataLst>
              <p:tags r:id="rId7"/>
            </p:custDataLst>
          </p:nvPr>
        </p:nvSpPr>
        <p:spPr>
          <a:xfrm>
            <a:off x="1216494" y="3699839"/>
            <a:ext cx="541829" cy="541829"/>
          </a:xfrm>
          <a:prstGeom prst="rect">
            <a:avLst/>
          </a:prstGeom>
          <a:solidFill>
            <a:schemeClr val="accent1"/>
          </a:solidFill>
          <a:ln w="28575">
            <a:noFill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dirty="0">
                <a:solidFill>
                  <a:srgbClr val="FEFFFF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endParaRPr lang="zh-CN" altLang="en-US" dirty="0">
              <a:solidFill>
                <a:srgbClr val="FEFFFF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MH_Entry_1">
            <a:hlinkClick r:id="rId1" action="ppaction://hlinksldjump"/>
          </p:cNvPr>
          <p:cNvSpPr txBox="1"/>
          <p:nvPr>
            <p:custDataLst>
              <p:tags r:id="rId8"/>
            </p:custDataLst>
          </p:nvPr>
        </p:nvSpPr>
        <p:spPr>
          <a:xfrm>
            <a:off x="7418896" y="3699839"/>
            <a:ext cx="3556610" cy="54182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72000" tIns="0" rIns="0" bIns="0" rtlCol="0" anchor="ctr" anchorCtr="0">
            <a:normAutofit/>
          </a:bodyPr>
          <a:lstStyle>
            <a:defPPr>
              <a:defRPr lang="zh-CN"/>
            </a:defPPr>
            <a:lvl1pPr lvl="0">
              <a:defRPr sz="2000" spc="200">
                <a:latin typeface="+mn-ea"/>
              </a:defRPr>
            </a:lvl1pPr>
          </a:lstStyle>
          <a:p>
            <a:r>
              <a:rPr lang="en-US" altLang="zh-CN" dirty="0">
                <a:solidFill>
                  <a:srgbClr val="FE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Market Trends</a:t>
            </a:r>
            <a:endParaRPr lang="en-US" altLang="zh-CN" dirty="0">
              <a:solidFill>
                <a:srgbClr val="FE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MH_Number_1">
            <a:hlinkClick r:id="rId1" action="ppaction://hlinksldjump"/>
          </p:cNvPr>
          <p:cNvSpPr txBox="1"/>
          <p:nvPr>
            <p:custDataLst>
              <p:tags r:id="rId9"/>
            </p:custDataLst>
          </p:nvPr>
        </p:nvSpPr>
        <p:spPr>
          <a:xfrm>
            <a:off x="6601294" y="3699839"/>
            <a:ext cx="541829" cy="541829"/>
          </a:xfrm>
          <a:prstGeom prst="rect">
            <a:avLst/>
          </a:prstGeom>
          <a:solidFill>
            <a:schemeClr val="accent1"/>
          </a:solidFill>
          <a:ln w="28575">
            <a:noFill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dirty="0">
                <a:solidFill>
                  <a:srgbClr val="FEFFFF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endParaRPr lang="zh-CN" altLang="en-US" dirty="0">
              <a:solidFill>
                <a:srgbClr val="FEFFFF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MH_Entry_1">
            <a:hlinkClick r:id="rId1" action="ppaction://hlinksldjump"/>
          </p:cNvPr>
          <p:cNvSpPr txBox="1"/>
          <p:nvPr>
            <p:custDataLst>
              <p:tags r:id="rId10"/>
            </p:custDataLst>
          </p:nvPr>
        </p:nvSpPr>
        <p:spPr>
          <a:xfrm>
            <a:off x="2034096" y="4799492"/>
            <a:ext cx="3556610" cy="54182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72000" tIns="0" rIns="0" bIns="0" rtlCol="0" anchor="ctr" anchorCtr="0">
            <a:normAutofit/>
          </a:bodyPr>
          <a:lstStyle>
            <a:defPPr>
              <a:defRPr lang="zh-CN"/>
            </a:defPPr>
            <a:lvl1pPr lvl="0">
              <a:defRPr sz="2000" spc="200">
                <a:latin typeface="+mn-ea"/>
              </a:defRPr>
            </a:lvl1pPr>
          </a:lstStyle>
          <a:p>
            <a:r>
              <a:rPr lang="en-US" altLang="zh-CN" dirty="0">
                <a:solidFill>
                  <a:srgbClr val="FE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Size &amp; Layout</a:t>
            </a:r>
            <a:endParaRPr lang="en-US" altLang="zh-CN" dirty="0">
              <a:solidFill>
                <a:srgbClr val="FE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MH_Number_1">
            <a:hlinkClick r:id="rId1" action="ppaction://hlinksldjump"/>
          </p:cNvPr>
          <p:cNvSpPr txBox="1"/>
          <p:nvPr>
            <p:custDataLst>
              <p:tags r:id="rId11"/>
            </p:custDataLst>
          </p:nvPr>
        </p:nvSpPr>
        <p:spPr>
          <a:xfrm>
            <a:off x="1216494" y="4799492"/>
            <a:ext cx="541829" cy="541829"/>
          </a:xfrm>
          <a:prstGeom prst="rect">
            <a:avLst/>
          </a:prstGeom>
          <a:solidFill>
            <a:schemeClr val="accent1"/>
          </a:solidFill>
          <a:ln w="28575">
            <a:noFill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dirty="0">
                <a:solidFill>
                  <a:srgbClr val="FEFFFF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endParaRPr lang="zh-CN" altLang="en-US" dirty="0">
              <a:solidFill>
                <a:srgbClr val="FEFFFF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MH_Entry_1">
            <a:hlinkClick r:id="rId1" action="ppaction://hlinksldjump"/>
          </p:cNvPr>
          <p:cNvSpPr txBox="1"/>
          <p:nvPr>
            <p:custDataLst>
              <p:tags r:id="rId12"/>
            </p:custDataLst>
          </p:nvPr>
        </p:nvSpPr>
        <p:spPr>
          <a:xfrm>
            <a:off x="7418705" y="4799330"/>
            <a:ext cx="3642995" cy="5416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72000" tIns="0" rIns="0" bIns="0" rtlCol="0" anchor="ctr" anchorCtr="0">
            <a:normAutofit lnSpcReduction="20000"/>
          </a:bodyPr>
          <a:lstStyle>
            <a:defPPr>
              <a:defRPr lang="zh-CN"/>
            </a:defPPr>
            <a:lvl1pPr lvl="0">
              <a:defRPr sz="2000" spc="200">
                <a:latin typeface="+mn-ea"/>
              </a:defRPr>
            </a:lvl1pPr>
          </a:lstStyle>
          <a:p>
            <a:r>
              <a:rPr lang="en-US" altLang="zh-CN" dirty="0">
                <a:solidFill>
                  <a:srgbClr val="FE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Infrastructure Development</a:t>
            </a:r>
            <a:endParaRPr lang="en-US" altLang="zh-CN" dirty="0">
              <a:solidFill>
                <a:srgbClr val="FE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MH_Number_1">
            <a:hlinkClick r:id="rId1" action="ppaction://hlinksldjump"/>
          </p:cNvPr>
          <p:cNvSpPr txBox="1"/>
          <p:nvPr>
            <p:custDataLst>
              <p:tags r:id="rId13"/>
            </p:custDataLst>
          </p:nvPr>
        </p:nvSpPr>
        <p:spPr>
          <a:xfrm>
            <a:off x="6601294" y="4799492"/>
            <a:ext cx="541829" cy="541829"/>
          </a:xfrm>
          <a:prstGeom prst="rect">
            <a:avLst/>
          </a:prstGeom>
          <a:solidFill>
            <a:schemeClr val="accent1"/>
          </a:solidFill>
          <a:ln w="28575">
            <a:noFill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dirty="0">
                <a:solidFill>
                  <a:srgbClr val="FEFFFF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F</a:t>
            </a:r>
            <a:endParaRPr lang="zh-CN" altLang="en-US" dirty="0">
              <a:solidFill>
                <a:srgbClr val="FEFFFF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3"/>
          <p:cNvSpPr>
            <a:spLocks noGrp="1"/>
          </p:cNvSpPr>
          <p:nvPr>
            <p:ph type="title"/>
          </p:nvPr>
        </p:nvSpPr>
        <p:spPr>
          <a:xfrm>
            <a:off x="509905" y="-237490"/>
            <a:ext cx="10281920" cy="1280160"/>
          </a:xfrm>
        </p:spPr>
        <p:txBody>
          <a:bodyPr/>
          <a:lstStyle/>
          <a:p>
            <a:pPr eaLnBrk="1" hangingPunct="1"/>
            <a:br>
              <a:rPr lang="en-US" altLang="zh-CN" sz="5400" dirty="0"/>
            </a:br>
            <a:r>
              <a:rPr lang="en-US" altLang="zh-CN" sz="5400" dirty="0"/>
              <a:t>Data Collection &amp; Pre-processing</a:t>
            </a:r>
            <a:r>
              <a:rPr lang="zh-CN" altLang="en-US" sz="5400" dirty="0"/>
              <a:t>
</a:t>
            </a:r>
            <a:endParaRPr lang="en-US" altLang="zh-CN" sz="5400" dirty="0"/>
          </a:p>
        </p:txBody>
      </p:sp>
      <p:sp>
        <p:nvSpPr>
          <p:cNvPr id="94" name="任意多边形 93"/>
          <p:cNvSpPr/>
          <p:nvPr/>
        </p:nvSpPr>
        <p:spPr>
          <a:xfrm>
            <a:off x="792163" y="2239352"/>
            <a:ext cx="1400176" cy="1400176"/>
          </a:xfrm>
          <a:custGeom>
            <a:avLst/>
            <a:gdLst>
              <a:gd name="connsiteX0" fmla="*/ 700088 w 1400176"/>
              <a:gd name="connsiteY0" fmla="*/ 142020 h 1400176"/>
              <a:gd name="connsiteX1" fmla="*/ 142020 w 1400176"/>
              <a:gd name="connsiteY1" fmla="*/ 700088 h 1400176"/>
              <a:gd name="connsiteX2" fmla="*/ 237330 w 1400176"/>
              <a:gd name="connsiteY2" fmla="*/ 1012109 h 1400176"/>
              <a:gd name="connsiteX3" fmla="*/ 281726 w 1400176"/>
              <a:gd name="connsiteY3" fmla="*/ 1065918 h 1400176"/>
              <a:gd name="connsiteX4" fmla="*/ 335289 w 1400176"/>
              <a:gd name="connsiteY4" fmla="*/ 1025594 h 1400176"/>
              <a:gd name="connsiteX5" fmla="*/ 700087 w 1400176"/>
              <a:gd name="connsiteY5" fmla="*/ 923924 h 1400176"/>
              <a:gd name="connsiteX6" fmla="*/ 1064885 w 1400176"/>
              <a:gd name="connsiteY6" fmla="*/ 1025594 h 1400176"/>
              <a:gd name="connsiteX7" fmla="*/ 1118450 w 1400176"/>
              <a:gd name="connsiteY7" fmla="*/ 1065918 h 1400176"/>
              <a:gd name="connsiteX8" fmla="*/ 1162847 w 1400176"/>
              <a:gd name="connsiteY8" fmla="*/ 1012109 h 1400176"/>
              <a:gd name="connsiteX9" fmla="*/ 1258156 w 1400176"/>
              <a:gd name="connsiteY9" fmla="*/ 700088 h 1400176"/>
              <a:gd name="connsiteX10" fmla="*/ 700088 w 1400176"/>
              <a:gd name="connsiteY10" fmla="*/ 142020 h 1400176"/>
              <a:gd name="connsiteX11" fmla="*/ 700088 w 1400176"/>
              <a:gd name="connsiteY11" fmla="*/ 0 h 1400176"/>
              <a:gd name="connsiteX12" fmla="*/ 1400176 w 1400176"/>
              <a:gd name="connsiteY12" fmla="*/ 700088 h 1400176"/>
              <a:gd name="connsiteX13" fmla="*/ 700088 w 1400176"/>
              <a:gd name="connsiteY13" fmla="*/ 1400176 h 1400176"/>
              <a:gd name="connsiteX14" fmla="*/ 0 w 1400176"/>
              <a:gd name="connsiteY14" fmla="*/ 700088 h 1400176"/>
              <a:gd name="connsiteX15" fmla="*/ 700088 w 1400176"/>
              <a:gd name="connsiteY15" fmla="*/ 0 h 1400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400176" h="1400176">
                <a:moveTo>
                  <a:pt x="700088" y="142020"/>
                </a:moveTo>
                <a:cubicBezTo>
                  <a:pt x="391876" y="142020"/>
                  <a:pt x="142020" y="391876"/>
                  <a:pt x="142020" y="700088"/>
                </a:cubicBezTo>
                <a:cubicBezTo>
                  <a:pt x="142020" y="815668"/>
                  <a:pt x="177156" y="923041"/>
                  <a:pt x="237330" y="1012109"/>
                </a:cubicBezTo>
                <a:lnTo>
                  <a:pt x="281726" y="1065918"/>
                </a:lnTo>
                <a:lnTo>
                  <a:pt x="335289" y="1025594"/>
                </a:lnTo>
                <a:cubicBezTo>
                  <a:pt x="439423" y="961405"/>
                  <a:pt x="564958" y="923924"/>
                  <a:pt x="700087" y="923924"/>
                </a:cubicBezTo>
                <a:cubicBezTo>
                  <a:pt x="835217" y="923924"/>
                  <a:pt x="960752" y="961405"/>
                  <a:pt x="1064885" y="1025594"/>
                </a:cubicBezTo>
                <a:lnTo>
                  <a:pt x="1118450" y="1065918"/>
                </a:lnTo>
                <a:lnTo>
                  <a:pt x="1162847" y="1012109"/>
                </a:lnTo>
                <a:cubicBezTo>
                  <a:pt x="1223020" y="923041"/>
                  <a:pt x="1258156" y="815668"/>
                  <a:pt x="1258156" y="700088"/>
                </a:cubicBezTo>
                <a:cubicBezTo>
                  <a:pt x="1258156" y="391876"/>
                  <a:pt x="1008300" y="142020"/>
                  <a:pt x="700088" y="142020"/>
                </a:cubicBezTo>
                <a:close/>
                <a:moveTo>
                  <a:pt x="700088" y="0"/>
                </a:moveTo>
                <a:cubicBezTo>
                  <a:pt x="1086736" y="0"/>
                  <a:pt x="1400176" y="313440"/>
                  <a:pt x="1400176" y="700088"/>
                </a:cubicBezTo>
                <a:cubicBezTo>
                  <a:pt x="1400176" y="1086736"/>
                  <a:pt x="1086736" y="1400176"/>
                  <a:pt x="700088" y="1400176"/>
                </a:cubicBezTo>
                <a:cubicBezTo>
                  <a:pt x="313440" y="1400176"/>
                  <a:pt x="0" y="1086736"/>
                  <a:pt x="0" y="700088"/>
                </a:cubicBezTo>
                <a:cubicBezTo>
                  <a:pt x="0" y="313440"/>
                  <a:pt x="313440" y="0"/>
                  <a:pt x="70008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b"/>
          <a:lstStyle/>
          <a:p>
            <a:pPr algn="ctr"/>
            <a:r>
              <a:rPr lang="en-US" altLang="zh-CN" dirty="0">
                <a:solidFill>
                  <a:srgbClr val="FFFFFF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zh-CN" altLang="en-US" dirty="0">
              <a:solidFill>
                <a:srgbClr val="FFFFFF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99" name="直接连接符 98"/>
          <p:cNvCxnSpPr/>
          <p:nvPr/>
        </p:nvCxnSpPr>
        <p:spPr>
          <a:xfrm>
            <a:off x="2442375" y="2039440"/>
            <a:ext cx="0" cy="180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矩形 99"/>
          <p:cNvSpPr/>
          <p:nvPr/>
        </p:nvSpPr>
        <p:spPr>
          <a:xfrm>
            <a:off x="2725560" y="2305616"/>
            <a:ext cx="3103798" cy="1350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zh-CN" altLang="zh-CN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1" name="任意多边形 100"/>
          <p:cNvSpPr/>
          <p:nvPr/>
        </p:nvSpPr>
        <p:spPr>
          <a:xfrm>
            <a:off x="6428238" y="2239352"/>
            <a:ext cx="1400176" cy="1400176"/>
          </a:xfrm>
          <a:custGeom>
            <a:avLst/>
            <a:gdLst>
              <a:gd name="connsiteX0" fmla="*/ 700088 w 1400176"/>
              <a:gd name="connsiteY0" fmla="*/ 142020 h 1400176"/>
              <a:gd name="connsiteX1" fmla="*/ 142020 w 1400176"/>
              <a:gd name="connsiteY1" fmla="*/ 700088 h 1400176"/>
              <a:gd name="connsiteX2" fmla="*/ 237330 w 1400176"/>
              <a:gd name="connsiteY2" fmla="*/ 1012109 h 1400176"/>
              <a:gd name="connsiteX3" fmla="*/ 281726 w 1400176"/>
              <a:gd name="connsiteY3" fmla="*/ 1065918 h 1400176"/>
              <a:gd name="connsiteX4" fmla="*/ 335289 w 1400176"/>
              <a:gd name="connsiteY4" fmla="*/ 1025594 h 1400176"/>
              <a:gd name="connsiteX5" fmla="*/ 700087 w 1400176"/>
              <a:gd name="connsiteY5" fmla="*/ 923924 h 1400176"/>
              <a:gd name="connsiteX6" fmla="*/ 1064885 w 1400176"/>
              <a:gd name="connsiteY6" fmla="*/ 1025594 h 1400176"/>
              <a:gd name="connsiteX7" fmla="*/ 1118450 w 1400176"/>
              <a:gd name="connsiteY7" fmla="*/ 1065918 h 1400176"/>
              <a:gd name="connsiteX8" fmla="*/ 1162847 w 1400176"/>
              <a:gd name="connsiteY8" fmla="*/ 1012109 h 1400176"/>
              <a:gd name="connsiteX9" fmla="*/ 1258156 w 1400176"/>
              <a:gd name="connsiteY9" fmla="*/ 700088 h 1400176"/>
              <a:gd name="connsiteX10" fmla="*/ 700088 w 1400176"/>
              <a:gd name="connsiteY10" fmla="*/ 142020 h 1400176"/>
              <a:gd name="connsiteX11" fmla="*/ 700088 w 1400176"/>
              <a:gd name="connsiteY11" fmla="*/ 0 h 1400176"/>
              <a:gd name="connsiteX12" fmla="*/ 1400176 w 1400176"/>
              <a:gd name="connsiteY12" fmla="*/ 700088 h 1400176"/>
              <a:gd name="connsiteX13" fmla="*/ 700088 w 1400176"/>
              <a:gd name="connsiteY13" fmla="*/ 1400176 h 1400176"/>
              <a:gd name="connsiteX14" fmla="*/ 0 w 1400176"/>
              <a:gd name="connsiteY14" fmla="*/ 700088 h 1400176"/>
              <a:gd name="connsiteX15" fmla="*/ 700088 w 1400176"/>
              <a:gd name="connsiteY15" fmla="*/ 0 h 1400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400176" h="1400176">
                <a:moveTo>
                  <a:pt x="700088" y="142020"/>
                </a:moveTo>
                <a:cubicBezTo>
                  <a:pt x="391876" y="142020"/>
                  <a:pt x="142020" y="391876"/>
                  <a:pt x="142020" y="700088"/>
                </a:cubicBezTo>
                <a:cubicBezTo>
                  <a:pt x="142020" y="815668"/>
                  <a:pt x="177156" y="923041"/>
                  <a:pt x="237330" y="1012109"/>
                </a:cubicBezTo>
                <a:lnTo>
                  <a:pt x="281726" y="1065918"/>
                </a:lnTo>
                <a:lnTo>
                  <a:pt x="335289" y="1025594"/>
                </a:lnTo>
                <a:cubicBezTo>
                  <a:pt x="439423" y="961405"/>
                  <a:pt x="564958" y="923924"/>
                  <a:pt x="700087" y="923924"/>
                </a:cubicBezTo>
                <a:cubicBezTo>
                  <a:pt x="835217" y="923924"/>
                  <a:pt x="960752" y="961405"/>
                  <a:pt x="1064885" y="1025594"/>
                </a:cubicBezTo>
                <a:lnTo>
                  <a:pt x="1118450" y="1065918"/>
                </a:lnTo>
                <a:lnTo>
                  <a:pt x="1162847" y="1012109"/>
                </a:lnTo>
                <a:cubicBezTo>
                  <a:pt x="1223020" y="923041"/>
                  <a:pt x="1258156" y="815668"/>
                  <a:pt x="1258156" y="700088"/>
                </a:cubicBezTo>
                <a:cubicBezTo>
                  <a:pt x="1258156" y="391876"/>
                  <a:pt x="1008300" y="142020"/>
                  <a:pt x="700088" y="142020"/>
                </a:cubicBezTo>
                <a:close/>
                <a:moveTo>
                  <a:pt x="700088" y="0"/>
                </a:moveTo>
                <a:cubicBezTo>
                  <a:pt x="1086736" y="0"/>
                  <a:pt x="1400176" y="313440"/>
                  <a:pt x="1400176" y="700088"/>
                </a:cubicBezTo>
                <a:cubicBezTo>
                  <a:pt x="1400176" y="1086736"/>
                  <a:pt x="1086736" y="1400176"/>
                  <a:pt x="700088" y="1400176"/>
                </a:cubicBezTo>
                <a:cubicBezTo>
                  <a:pt x="313440" y="1400176"/>
                  <a:pt x="0" y="1086736"/>
                  <a:pt x="0" y="700088"/>
                </a:cubicBezTo>
                <a:cubicBezTo>
                  <a:pt x="0" y="313440"/>
                  <a:pt x="313440" y="0"/>
                  <a:pt x="70008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b"/>
          <a:lstStyle/>
          <a:p>
            <a:pPr algn="ctr"/>
            <a:r>
              <a:rPr lang="en-US" altLang="zh-CN" dirty="0">
                <a:solidFill>
                  <a:srgbClr val="FFFFFF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endParaRPr lang="zh-CN" altLang="en-US" dirty="0">
              <a:solidFill>
                <a:srgbClr val="FFFFFF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2" name="直接连接符 101"/>
          <p:cNvCxnSpPr/>
          <p:nvPr/>
        </p:nvCxnSpPr>
        <p:spPr>
          <a:xfrm>
            <a:off x="8078450" y="2039440"/>
            <a:ext cx="0" cy="180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矩形 102"/>
          <p:cNvSpPr/>
          <p:nvPr/>
        </p:nvSpPr>
        <p:spPr>
          <a:xfrm>
            <a:off x="8179435" y="2239010"/>
            <a:ext cx="3286125" cy="14173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Cleaning &amp; Validation</a:t>
            </a:r>
            <a:endParaRPr lang="en-US" altLang="zh-CN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en-US" altLang="zh-CN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Handling missing values, removing outliers, and correcting inconsistencies for data integrity.</a:t>
            </a:r>
            <a:endParaRPr lang="en-US" altLang="zh-CN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" name="任意多边形 103"/>
          <p:cNvSpPr/>
          <p:nvPr/>
        </p:nvSpPr>
        <p:spPr>
          <a:xfrm>
            <a:off x="792163" y="4504051"/>
            <a:ext cx="1400176" cy="1400176"/>
          </a:xfrm>
          <a:custGeom>
            <a:avLst/>
            <a:gdLst>
              <a:gd name="connsiteX0" fmla="*/ 700088 w 1400176"/>
              <a:gd name="connsiteY0" fmla="*/ 142020 h 1400176"/>
              <a:gd name="connsiteX1" fmla="*/ 142020 w 1400176"/>
              <a:gd name="connsiteY1" fmla="*/ 700088 h 1400176"/>
              <a:gd name="connsiteX2" fmla="*/ 237330 w 1400176"/>
              <a:gd name="connsiteY2" fmla="*/ 1012109 h 1400176"/>
              <a:gd name="connsiteX3" fmla="*/ 281726 w 1400176"/>
              <a:gd name="connsiteY3" fmla="*/ 1065918 h 1400176"/>
              <a:gd name="connsiteX4" fmla="*/ 335289 w 1400176"/>
              <a:gd name="connsiteY4" fmla="*/ 1025594 h 1400176"/>
              <a:gd name="connsiteX5" fmla="*/ 700087 w 1400176"/>
              <a:gd name="connsiteY5" fmla="*/ 923924 h 1400176"/>
              <a:gd name="connsiteX6" fmla="*/ 1064885 w 1400176"/>
              <a:gd name="connsiteY6" fmla="*/ 1025594 h 1400176"/>
              <a:gd name="connsiteX7" fmla="*/ 1118450 w 1400176"/>
              <a:gd name="connsiteY7" fmla="*/ 1065918 h 1400176"/>
              <a:gd name="connsiteX8" fmla="*/ 1162847 w 1400176"/>
              <a:gd name="connsiteY8" fmla="*/ 1012109 h 1400176"/>
              <a:gd name="connsiteX9" fmla="*/ 1258156 w 1400176"/>
              <a:gd name="connsiteY9" fmla="*/ 700088 h 1400176"/>
              <a:gd name="connsiteX10" fmla="*/ 700088 w 1400176"/>
              <a:gd name="connsiteY10" fmla="*/ 142020 h 1400176"/>
              <a:gd name="connsiteX11" fmla="*/ 700088 w 1400176"/>
              <a:gd name="connsiteY11" fmla="*/ 0 h 1400176"/>
              <a:gd name="connsiteX12" fmla="*/ 1400176 w 1400176"/>
              <a:gd name="connsiteY12" fmla="*/ 700088 h 1400176"/>
              <a:gd name="connsiteX13" fmla="*/ 700088 w 1400176"/>
              <a:gd name="connsiteY13" fmla="*/ 1400176 h 1400176"/>
              <a:gd name="connsiteX14" fmla="*/ 0 w 1400176"/>
              <a:gd name="connsiteY14" fmla="*/ 700088 h 1400176"/>
              <a:gd name="connsiteX15" fmla="*/ 700088 w 1400176"/>
              <a:gd name="connsiteY15" fmla="*/ 0 h 1400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400176" h="1400176">
                <a:moveTo>
                  <a:pt x="700088" y="142020"/>
                </a:moveTo>
                <a:cubicBezTo>
                  <a:pt x="391876" y="142020"/>
                  <a:pt x="142020" y="391876"/>
                  <a:pt x="142020" y="700088"/>
                </a:cubicBezTo>
                <a:cubicBezTo>
                  <a:pt x="142020" y="815668"/>
                  <a:pt x="177156" y="923041"/>
                  <a:pt x="237330" y="1012109"/>
                </a:cubicBezTo>
                <a:lnTo>
                  <a:pt x="281726" y="1065918"/>
                </a:lnTo>
                <a:lnTo>
                  <a:pt x="335289" y="1025594"/>
                </a:lnTo>
                <a:cubicBezTo>
                  <a:pt x="439423" y="961405"/>
                  <a:pt x="564958" y="923924"/>
                  <a:pt x="700087" y="923924"/>
                </a:cubicBezTo>
                <a:cubicBezTo>
                  <a:pt x="835217" y="923924"/>
                  <a:pt x="960752" y="961405"/>
                  <a:pt x="1064885" y="1025594"/>
                </a:cubicBezTo>
                <a:lnTo>
                  <a:pt x="1118450" y="1065918"/>
                </a:lnTo>
                <a:lnTo>
                  <a:pt x="1162847" y="1012109"/>
                </a:lnTo>
                <a:cubicBezTo>
                  <a:pt x="1223020" y="923041"/>
                  <a:pt x="1258156" y="815668"/>
                  <a:pt x="1258156" y="700088"/>
                </a:cubicBezTo>
                <a:cubicBezTo>
                  <a:pt x="1258156" y="391876"/>
                  <a:pt x="1008300" y="142020"/>
                  <a:pt x="700088" y="142020"/>
                </a:cubicBezTo>
                <a:close/>
                <a:moveTo>
                  <a:pt x="700088" y="0"/>
                </a:moveTo>
                <a:cubicBezTo>
                  <a:pt x="1086736" y="0"/>
                  <a:pt x="1400176" y="313440"/>
                  <a:pt x="1400176" y="700088"/>
                </a:cubicBezTo>
                <a:cubicBezTo>
                  <a:pt x="1400176" y="1086736"/>
                  <a:pt x="1086736" y="1400176"/>
                  <a:pt x="700088" y="1400176"/>
                </a:cubicBezTo>
                <a:cubicBezTo>
                  <a:pt x="313440" y="1400176"/>
                  <a:pt x="0" y="1086736"/>
                  <a:pt x="0" y="700088"/>
                </a:cubicBezTo>
                <a:cubicBezTo>
                  <a:pt x="0" y="313440"/>
                  <a:pt x="313440" y="0"/>
                  <a:pt x="70008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b"/>
          <a:lstStyle/>
          <a:p>
            <a:pPr algn="ctr"/>
            <a:r>
              <a:rPr lang="en-US" altLang="zh-CN" dirty="0">
                <a:solidFill>
                  <a:srgbClr val="FFFFFF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endParaRPr lang="zh-CN" altLang="en-US" dirty="0">
              <a:solidFill>
                <a:srgbClr val="FFFFFF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5" name="直接连接符 104"/>
          <p:cNvCxnSpPr/>
          <p:nvPr/>
        </p:nvCxnSpPr>
        <p:spPr>
          <a:xfrm>
            <a:off x="2442375" y="4304139"/>
            <a:ext cx="0" cy="180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矩形 105"/>
          <p:cNvSpPr/>
          <p:nvPr/>
        </p:nvSpPr>
        <p:spPr>
          <a:xfrm>
            <a:off x="2725560" y="4570315"/>
            <a:ext cx="3103798" cy="1350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zh-CN" altLang="zh-CN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7" name="任意多边形 106"/>
          <p:cNvSpPr/>
          <p:nvPr/>
        </p:nvSpPr>
        <p:spPr>
          <a:xfrm>
            <a:off x="6428238" y="4504051"/>
            <a:ext cx="1400176" cy="1400176"/>
          </a:xfrm>
          <a:custGeom>
            <a:avLst/>
            <a:gdLst>
              <a:gd name="connsiteX0" fmla="*/ 700088 w 1400176"/>
              <a:gd name="connsiteY0" fmla="*/ 142020 h 1400176"/>
              <a:gd name="connsiteX1" fmla="*/ 142020 w 1400176"/>
              <a:gd name="connsiteY1" fmla="*/ 700088 h 1400176"/>
              <a:gd name="connsiteX2" fmla="*/ 237330 w 1400176"/>
              <a:gd name="connsiteY2" fmla="*/ 1012109 h 1400176"/>
              <a:gd name="connsiteX3" fmla="*/ 281726 w 1400176"/>
              <a:gd name="connsiteY3" fmla="*/ 1065918 h 1400176"/>
              <a:gd name="connsiteX4" fmla="*/ 335289 w 1400176"/>
              <a:gd name="connsiteY4" fmla="*/ 1025594 h 1400176"/>
              <a:gd name="connsiteX5" fmla="*/ 700087 w 1400176"/>
              <a:gd name="connsiteY5" fmla="*/ 923924 h 1400176"/>
              <a:gd name="connsiteX6" fmla="*/ 1064885 w 1400176"/>
              <a:gd name="connsiteY6" fmla="*/ 1025594 h 1400176"/>
              <a:gd name="connsiteX7" fmla="*/ 1118450 w 1400176"/>
              <a:gd name="connsiteY7" fmla="*/ 1065918 h 1400176"/>
              <a:gd name="connsiteX8" fmla="*/ 1162847 w 1400176"/>
              <a:gd name="connsiteY8" fmla="*/ 1012109 h 1400176"/>
              <a:gd name="connsiteX9" fmla="*/ 1258156 w 1400176"/>
              <a:gd name="connsiteY9" fmla="*/ 700088 h 1400176"/>
              <a:gd name="connsiteX10" fmla="*/ 700088 w 1400176"/>
              <a:gd name="connsiteY10" fmla="*/ 142020 h 1400176"/>
              <a:gd name="connsiteX11" fmla="*/ 700088 w 1400176"/>
              <a:gd name="connsiteY11" fmla="*/ 0 h 1400176"/>
              <a:gd name="connsiteX12" fmla="*/ 1400176 w 1400176"/>
              <a:gd name="connsiteY12" fmla="*/ 700088 h 1400176"/>
              <a:gd name="connsiteX13" fmla="*/ 700088 w 1400176"/>
              <a:gd name="connsiteY13" fmla="*/ 1400176 h 1400176"/>
              <a:gd name="connsiteX14" fmla="*/ 0 w 1400176"/>
              <a:gd name="connsiteY14" fmla="*/ 700088 h 1400176"/>
              <a:gd name="connsiteX15" fmla="*/ 700088 w 1400176"/>
              <a:gd name="connsiteY15" fmla="*/ 0 h 1400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400176" h="1400176">
                <a:moveTo>
                  <a:pt x="700088" y="142020"/>
                </a:moveTo>
                <a:cubicBezTo>
                  <a:pt x="391876" y="142020"/>
                  <a:pt x="142020" y="391876"/>
                  <a:pt x="142020" y="700088"/>
                </a:cubicBezTo>
                <a:cubicBezTo>
                  <a:pt x="142020" y="815668"/>
                  <a:pt x="177156" y="923041"/>
                  <a:pt x="237330" y="1012109"/>
                </a:cubicBezTo>
                <a:lnTo>
                  <a:pt x="281726" y="1065918"/>
                </a:lnTo>
                <a:lnTo>
                  <a:pt x="335289" y="1025594"/>
                </a:lnTo>
                <a:cubicBezTo>
                  <a:pt x="439423" y="961405"/>
                  <a:pt x="564958" y="923924"/>
                  <a:pt x="700087" y="923924"/>
                </a:cubicBezTo>
                <a:cubicBezTo>
                  <a:pt x="835217" y="923924"/>
                  <a:pt x="960752" y="961405"/>
                  <a:pt x="1064885" y="1025594"/>
                </a:cubicBezTo>
                <a:lnTo>
                  <a:pt x="1118450" y="1065918"/>
                </a:lnTo>
                <a:lnTo>
                  <a:pt x="1162847" y="1012109"/>
                </a:lnTo>
                <a:cubicBezTo>
                  <a:pt x="1223020" y="923041"/>
                  <a:pt x="1258156" y="815668"/>
                  <a:pt x="1258156" y="700088"/>
                </a:cubicBezTo>
                <a:cubicBezTo>
                  <a:pt x="1258156" y="391876"/>
                  <a:pt x="1008300" y="142020"/>
                  <a:pt x="700088" y="142020"/>
                </a:cubicBezTo>
                <a:close/>
                <a:moveTo>
                  <a:pt x="700088" y="0"/>
                </a:moveTo>
                <a:cubicBezTo>
                  <a:pt x="1086736" y="0"/>
                  <a:pt x="1400176" y="313440"/>
                  <a:pt x="1400176" y="700088"/>
                </a:cubicBezTo>
                <a:cubicBezTo>
                  <a:pt x="1400176" y="1086736"/>
                  <a:pt x="1086736" y="1400176"/>
                  <a:pt x="700088" y="1400176"/>
                </a:cubicBezTo>
                <a:cubicBezTo>
                  <a:pt x="313440" y="1400176"/>
                  <a:pt x="0" y="1086736"/>
                  <a:pt x="0" y="700088"/>
                </a:cubicBezTo>
                <a:cubicBezTo>
                  <a:pt x="0" y="313440"/>
                  <a:pt x="313440" y="0"/>
                  <a:pt x="70008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b"/>
          <a:lstStyle/>
          <a:p>
            <a:pPr algn="ctr"/>
            <a:r>
              <a:rPr lang="en-US" altLang="zh-CN" dirty="0">
                <a:solidFill>
                  <a:srgbClr val="FFFFFF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endParaRPr lang="zh-CN" altLang="en-US" dirty="0">
              <a:solidFill>
                <a:srgbClr val="FFFFFF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8" name="直接连接符 107"/>
          <p:cNvCxnSpPr/>
          <p:nvPr/>
        </p:nvCxnSpPr>
        <p:spPr>
          <a:xfrm>
            <a:off x="8078450" y="4304139"/>
            <a:ext cx="0" cy="180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矩形 108"/>
          <p:cNvSpPr/>
          <p:nvPr/>
        </p:nvSpPr>
        <p:spPr>
          <a:xfrm>
            <a:off x="8361635" y="4570315"/>
            <a:ext cx="3103798" cy="1350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zh-CN" altLang="zh-CN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547620" y="2084705"/>
            <a:ext cx="406400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/>
              <a:t>Gathering Raw Data</a:t>
            </a:r>
            <a:endParaRPr lang="en-US" altLang="en-GB" b="1"/>
          </a:p>
          <a:p>
            <a:pPr algn="l"/>
            <a:r>
              <a:rPr lang="en-US" altLang="en-GB" sz="2000"/>
              <a:t>collecting diverse datasets from</a:t>
            </a:r>
            <a:endParaRPr lang="en-US" altLang="en-GB" sz="2000"/>
          </a:p>
          <a:p>
            <a:pPr algn="l"/>
            <a:r>
              <a:rPr lang="en-US" altLang="en-GB" sz="2000"/>
              <a:t>real state portals, government records, and demographic surveys.</a:t>
            </a:r>
            <a:endParaRPr lang="en-US" altLang="en-GB" sz="2000"/>
          </a:p>
        </p:txBody>
      </p:sp>
      <p:sp>
        <p:nvSpPr>
          <p:cNvPr id="4" name="Text Box 3"/>
          <p:cNvSpPr txBox="1"/>
          <p:nvPr/>
        </p:nvSpPr>
        <p:spPr>
          <a:xfrm>
            <a:off x="2547620" y="4304030"/>
            <a:ext cx="406400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/>
              <a:t>Feature Engineering</a:t>
            </a:r>
            <a:endParaRPr lang="en-US" altLang="en-GB" b="1"/>
          </a:p>
          <a:p>
            <a:r>
              <a:rPr lang="en-US" altLang="en-GB" sz="2000"/>
              <a:t>creating new, impactful variables from existing data, such as per square foot price or locality scores.</a:t>
            </a:r>
            <a:endParaRPr lang="en-US" altLang="en-GB" sz="2000"/>
          </a:p>
        </p:txBody>
      </p:sp>
      <p:sp>
        <p:nvSpPr>
          <p:cNvPr id="5" name="Text Box 4"/>
          <p:cNvSpPr txBox="1"/>
          <p:nvPr/>
        </p:nvSpPr>
        <p:spPr>
          <a:xfrm>
            <a:off x="8180070" y="4304030"/>
            <a:ext cx="424434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/>
              <a:t>Data Transformation</a:t>
            </a:r>
            <a:endParaRPr lang="en-US" altLang="en-GB" b="1"/>
          </a:p>
          <a:p>
            <a:r>
              <a:rPr lang="en-US" altLang="en-GB" sz="2000"/>
              <a:t>Normalising and scaling data to ensure optimal performance for machine learning models.</a:t>
            </a:r>
            <a:endParaRPr lang="en-US" altLang="en-GB" sz="2000"/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 b="1" dirty="0"/>
              <a:t>Real World Applications</a:t>
            </a:r>
            <a:endParaRPr lang="en-US" altLang="zh-CN" sz="4800" b="1" dirty="0"/>
          </a:p>
        </p:txBody>
      </p:sp>
      <p:sp>
        <p:nvSpPr>
          <p:cNvPr id="7" name="任意多边形 6"/>
          <p:cNvSpPr/>
          <p:nvPr/>
        </p:nvSpPr>
        <p:spPr>
          <a:xfrm>
            <a:off x="642620" y="2217420"/>
            <a:ext cx="3246755" cy="2639060"/>
          </a:xfrm>
          <a:custGeom>
            <a:avLst/>
            <a:gdLst>
              <a:gd name="connsiteX0" fmla="*/ 0 w 2923108"/>
              <a:gd name="connsiteY0" fmla="*/ 0 h 2181277"/>
              <a:gd name="connsiteX1" fmla="*/ 109478 w 2923108"/>
              <a:gd name="connsiteY1" fmla="*/ 0 h 2181277"/>
              <a:gd name="connsiteX2" fmla="*/ 114649 w 2923108"/>
              <a:gd name="connsiteY2" fmla="*/ 25618 h 2181277"/>
              <a:gd name="connsiteX3" fmla="*/ 206889 w 2923108"/>
              <a:gd name="connsiteY3" fmla="*/ 86758 h 2181277"/>
              <a:gd name="connsiteX4" fmla="*/ 299129 w 2923108"/>
              <a:gd name="connsiteY4" fmla="*/ 25618 h 2181277"/>
              <a:gd name="connsiteX5" fmla="*/ 304301 w 2923108"/>
              <a:gd name="connsiteY5" fmla="*/ 0 h 2181277"/>
              <a:gd name="connsiteX6" fmla="*/ 423143 w 2923108"/>
              <a:gd name="connsiteY6" fmla="*/ 0 h 2181277"/>
              <a:gd name="connsiteX7" fmla="*/ 428315 w 2923108"/>
              <a:gd name="connsiteY7" fmla="*/ 25618 h 2181277"/>
              <a:gd name="connsiteX8" fmla="*/ 520555 w 2923108"/>
              <a:gd name="connsiteY8" fmla="*/ 86758 h 2181277"/>
              <a:gd name="connsiteX9" fmla="*/ 612795 w 2923108"/>
              <a:gd name="connsiteY9" fmla="*/ 25618 h 2181277"/>
              <a:gd name="connsiteX10" fmla="*/ 617967 w 2923108"/>
              <a:gd name="connsiteY10" fmla="*/ 0 h 2181277"/>
              <a:gd name="connsiteX11" fmla="*/ 736809 w 2923108"/>
              <a:gd name="connsiteY11" fmla="*/ 0 h 2181277"/>
              <a:gd name="connsiteX12" fmla="*/ 741981 w 2923108"/>
              <a:gd name="connsiteY12" fmla="*/ 25618 h 2181277"/>
              <a:gd name="connsiteX13" fmla="*/ 834221 w 2923108"/>
              <a:gd name="connsiteY13" fmla="*/ 86758 h 2181277"/>
              <a:gd name="connsiteX14" fmla="*/ 926461 w 2923108"/>
              <a:gd name="connsiteY14" fmla="*/ 25618 h 2181277"/>
              <a:gd name="connsiteX15" fmla="*/ 931634 w 2923108"/>
              <a:gd name="connsiteY15" fmla="*/ 0 h 2181277"/>
              <a:gd name="connsiteX16" fmla="*/ 1050475 w 2923108"/>
              <a:gd name="connsiteY16" fmla="*/ 0 h 2181277"/>
              <a:gd name="connsiteX17" fmla="*/ 1055647 w 2923108"/>
              <a:gd name="connsiteY17" fmla="*/ 25618 h 2181277"/>
              <a:gd name="connsiteX18" fmla="*/ 1147887 w 2923108"/>
              <a:gd name="connsiteY18" fmla="*/ 86758 h 2181277"/>
              <a:gd name="connsiteX19" fmla="*/ 1240128 w 2923108"/>
              <a:gd name="connsiteY19" fmla="*/ 25618 h 2181277"/>
              <a:gd name="connsiteX20" fmla="*/ 1245300 w 2923108"/>
              <a:gd name="connsiteY20" fmla="*/ 0 h 2181277"/>
              <a:gd name="connsiteX21" fmla="*/ 1364141 w 2923108"/>
              <a:gd name="connsiteY21" fmla="*/ 0 h 2181277"/>
              <a:gd name="connsiteX22" fmla="*/ 1369313 w 2923108"/>
              <a:gd name="connsiteY22" fmla="*/ 25618 h 2181277"/>
              <a:gd name="connsiteX23" fmla="*/ 1461553 w 2923108"/>
              <a:gd name="connsiteY23" fmla="*/ 86758 h 2181277"/>
              <a:gd name="connsiteX24" fmla="*/ 1553794 w 2923108"/>
              <a:gd name="connsiteY24" fmla="*/ 25618 h 2181277"/>
              <a:gd name="connsiteX25" fmla="*/ 1558966 w 2923108"/>
              <a:gd name="connsiteY25" fmla="*/ 0 h 2181277"/>
              <a:gd name="connsiteX26" fmla="*/ 1677807 w 2923108"/>
              <a:gd name="connsiteY26" fmla="*/ 0 h 2181277"/>
              <a:gd name="connsiteX27" fmla="*/ 1682979 w 2923108"/>
              <a:gd name="connsiteY27" fmla="*/ 25618 h 2181277"/>
              <a:gd name="connsiteX28" fmla="*/ 1775220 w 2923108"/>
              <a:gd name="connsiteY28" fmla="*/ 86758 h 2181277"/>
              <a:gd name="connsiteX29" fmla="*/ 1867460 w 2923108"/>
              <a:gd name="connsiteY29" fmla="*/ 25618 h 2181277"/>
              <a:gd name="connsiteX30" fmla="*/ 1872632 w 2923108"/>
              <a:gd name="connsiteY30" fmla="*/ 0 h 2181277"/>
              <a:gd name="connsiteX31" fmla="*/ 1991473 w 2923108"/>
              <a:gd name="connsiteY31" fmla="*/ 0 h 2181277"/>
              <a:gd name="connsiteX32" fmla="*/ 1996646 w 2923108"/>
              <a:gd name="connsiteY32" fmla="*/ 25618 h 2181277"/>
              <a:gd name="connsiteX33" fmla="*/ 2088886 w 2923108"/>
              <a:gd name="connsiteY33" fmla="*/ 86758 h 2181277"/>
              <a:gd name="connsiteX34" fmla="*/ 2181126 w 2923108"/>
              <a:gd name="connsiteY34" fmla="*/ 25618 h 2181277"/>
              <a:gd name="connsiteX35" fmla="*/ 2186298 w 2923108"/>
              <a:gd name="connsiteY35" fmla="*/ 0 h 2181277"/>
              <a:gd name="connsiteX36" fmla="*/ 2305139 w 2923108"/>
              <a:gd name="connsiteY36" fmla="*/ 0 h 2181277"/>
              <a:gd name="connsiteX37" fmla="*/ 2310312 w 2923108"/>
              <a:gd name="connsiteY37" fmla="*/ 25618 h 2181277"/>
              <a:gd name="connsiteX38" fmla="*/ 2402552 w 2923108"/>
              <a:gd name="connsiteY38" fmla="*/ 86758 h 2181277"/>
              <a:gd name="connsiteX39" fmla="*/ 2494792 w 2923108"/>
              <a:gd name="connsiteY39" fmla="*/ 25618 h 2181277"/>
              <a:gd name="connsiteX40" fmla="*/ 2499964 w 2923108"/>
              <a:gd name="connsiteY40" fmla="*/ 0 h 2181277"/>
              <a:gd name="connsiteX41" fmla="*/ 2618806 w 2923108"/>
              <a:gd name="connsiteY41" fmla="*/ 0 h 2181277"/>
              <a:gd name="connsiteX42" fmla="*/ 2623978 w 2923108"/>
              <a:gd name="connsiteY42" fmla="*/ 25618 h 2181277"/>
              <a:gd name="connsiteX43" fmla="*/ 2716218 w 2923108"/>
              <a:gd name="connsiteY43" fmla="*/ 86758 h 2181277"/>
              <a:gd name="connsiteX44" fmla="*/ 2808458 w 2923108"/>
              <a:gd name="connsiteY44" fmla="*/ 25618 h 2181277"/>
              <a:gd name="connsiteX45" fmla="*/ 2813630 w 2923108"/>
              <a:gd name="connsiteY45" fmla="*/ 0 h 2181277"/>
              <a:gd name="connsiteX46" fmla="*/ 2923108 w 2923108"/>
              <a:gd name="connsiteY46" fmla="*/ 0 h 2181277"/>
              <a:gd name="connsiteX47" fmla="*/ 2923108 w 2923108"/>
              <a:gd name="connsiteY47" fmla="*/ 2181277 h 2181277"/>
              <a:gd name="connsiteX48" fmla="*/ 2883682 w 2923108"/>
              <a:gd name="connsiteY48" fmla="*/ 2166860 h 2181277"/>
              <a:gd name="connsiteX49" fmla="*/ 1461554 w 2923108"/>
              <a:gd name="connsiteY49" fmla="*/ 1998880 h 2181277"/>
              <a:gd name="connsiteX50" fmla="*/ 39427 w 2923108"/>
              <a:gd name="connsiteY50" fmla="*/ 2166860 h 2181277"/>
              <a:gd name="connsiteX51" fmla="*/ 0 w 2923108"/>
              <a:gd name="connsiteY51" fmla="*/ 2181277 h 2181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2923108" h="2181277">
                <a:moveTo>
                  <a:pt x="0" y="0"/>
                </a:moveTo>
                <a:lnTo>
                  <a:pt x="109478" y="0"/>
                </a:lnTo>
                <a:lnTo>
                  <a:pt x="114649" y="25618"/>
                </a:lnTo>
                <a:cubicBezTo>
                  <a:pt x="129846" y="61547"/>
                  <a:pt x="165424" y="86758"/>
                  <a:pt x="206889" y="86758"/>
                </a:cubicBezTo>
                <a:cubicBezTo>
                  <a:pt x="248355" y="86758"/>
                  <a:pt x="283932" y="61547"/>
                  <a:pt x="299129" y="25618"/>
                </a:cubicBezTo>
                <a:lnTo>
                  <a:pt x="304301" y="0"/>
                </a:lnTo>
                <a:lnTo>
                  <a:pt x="423143" y="0"/>
                </a:lnTo>
                <a:lnTo>
                  <a:pt x="428315" y="25618"/>
                </a:lnTo>
                <a:cubicBezTo>
                  <a:pt x="443512" y="61547"/>
                  <a:pt x="479090" y="86758"/>
                  <a:pt x="520555" y="86758"/>
                </a:cubicBezTo>
                <a:cubicBezTo>
                  <a:pt x="562021" y="86758"/>
                  <a:pt x="597598" y="61547"/>
                  <a:pt x="612795" y="25618"/>
                </a:cubicBezTo>
                <a:lnTo>
                  <a:pt x="617967" y="0"/>
                </a:lnTo>
                <a:lnTo>
                  <a:pt x="736809" y="0"/>
                </a:lnTo>
                <a:lnTo>
                  <a:pt x="741981" y="25618"/>
                </a:lnTo>
                <a:cubicBezTo>
                  <a:pt x="757178" y="61547"/>
                  <a:pt x="792756" y="86758"/>
                  <a:pt x="834221" y="86758"/>
                </a:cubicBezTo>
                <a:cubicBezTo>
                  <a:pt x="875687" y="86758"/>
                  <a:pt x="911264" y="61547"/>
                  <a:pt x="926461" y="25618"/>
                </a:cubicBezTo>
                <a:lnTo>
                  <a:pt x="931634" y="0"/>
                </a:lnTo>
                <a:lnTo>
                  <a:pt x="1050475" y="0"/>
                </a:lnTo>
                <a:lnTo>
                  <a:pt x="1055647" y="25618"/>
                </a:lnTo>
                <a:cubicBezTo>
                  <a:pt x="1070844" y="61547"/>
                  <a:pt x="1106422" y="86758"/>
                  <a:pt x="1147887" y="86758"/>
                </a:cubicBezTo>
                <a:cubicBezTo>
                  <a:pt x="1189354" y="86758"/>
                  <a:pt x="1224930" y="61547"/>
                  <a:pt x="1240128" y="25618"/>
                </a:cubicBezTo>
                <a:lnTo>
                  <a:pt x="1245300" y="0"/>
                </a:lnTo>
                <a:lnTo>
                  <a:pt x="1364141" y="0"/>
                </a:lnTo>
                <a:lnTo>
                  <a:pt x="1369313" y="25618"/>
                </a:lnTo>
                <a:cubicBezTo>
                  <a:pt x="1384511" y="61547"/>
                  <a:pt x="1420089" y="86758"/>
                  <a:pt x="1461553" y="86758"/>
                </a:cubicBezTo>
                <a:cubicBezTo>
                  <a:pt x="1503020" y="86758"/>
                  <a:pt x="1538596" y="61547"/>
                  <a:pt x="1553794" y="25618"/>
                </a:cubicBezTo>
                <a:lnTo>
                  <a:pt x="1558966" y="0"/>
                </a:lnTo>
                <a:lnTo>
                  <a:pt x="1677807" y="0"/>
                </a:lnTo>
                <a:lnTo>
                  <a:pt x="1682979" y="25618"/>
                </a:lnTo>
                <a:cubicBezTo>
                  <a:pt x="1698177" y="61547"/>
                  <a:pt x="1733755" y="86758"/>
                  <a:pt x="1775220" y="86758"/>
                </a:cubicBezTo>
                <a:cubicBezTo>
                  <a:pt x="1816685" y="86758"/>
                  <a:pt x="1852263" y="61547"/>
                  <a:pt x="1867460" y="25618"/>
                </a:cubicBezTo>
                <a:lnTo>
                  <a:pt x="1872632" y="0"/>
                </a:lnTo>
                <a:lnTo>
                  <a:pt x="1991473" y="0"/>
                </a:lnTo>
                <a:lnTo>
                  <a:pt x="1996646" y="25618"/>
                </a:lnTo>
                <a:cubicBezTo>
                  <a:pt x="2011843" y="61547"/>
                  <a:pt x="2047419" y="86758"/>
                  <a:pt x="2088886" y="86758"/>
                </a:cubicBezTo>
                <a:cubicBezTo>
                  <a:pt x="2130352" y="86758"/>
                  <a:pt x="2165929" y="61547"/>
                  <a:pt x="2181126" y="25618"/>
                </a:cubicBezTo>
                <a:lnTo>
                  <a:pt x="2186298" y="0"/>
                </a:lnTo>
                <a:lnTo>
                  <a:pt x="2305139" y="0"/>
                </a:lnTo>
                <a:lnTo>
                  <a:pt x="2310312" y="25618"/>
                </a:lnTo>
                <a:cubicBezTo>
                  <a:pt x="2325509" y="61547"/>
                  <a:pt x="2361086" y="86758"/>
                  <a:pt x="2402552" y="86758"/>
                </a:cubicBezTo>
                <a:cubicBezTo>
                  <a:pt x="2444017" y="86758"/>
                  <a:pt x="2479595" y="61547"/>
                  <a:pt x="2494792" y="25618"/>
                </a:cubicBezTo>
                <a:lnTo>
                  <a:pt x="2499964" y="0"/>
                </a:lnTo>
                <a:lnTo>
                  <a:pt x="2618806" y="0"/>
                </a:lnTo>
                <a:lnTo>
                  <a:pt x="2623978" y="25618"/>
                </a:lnTo>
                <a:cubicBezTo>
                  <a:pt x="2639175" y="61547"/>
                  <a:pt x="2674753" y="86758"/>
                  <a:pt x="2716218" y="86758"/>
                </a:cubicBezTo>
                <a:cubicBezTo>
                  <a:pt x="2757683" y="86758"/>
                  <a:pt x="2793261" y="61547"/>
                  <a:pt x="2808458" y="25618"/>
                </a:cubicBezTo>
                <a:lnTo>
                  <a:pt x="2813630" y="0"/>
                </a:lnTo>
                <a:lnTo>
                  <a:pt x="2923108" y="0"/>
                </a:lnTo>
                <a:lnTo>
                  <a:pt x="2923108" y="2181277"/>
                </a:lnTo>
                <a:lnTo>
                  <a:pt x="2883682" y="2166860"/>
                </a:lnTo>
                <a:cubicBezTo>
                  <a:pt x="2575479" y="2065513"/>
                  <a:pt x="2053543" y="1998880"/>
                  <a:pt x="1461554" y="1998880"/>
                </a:cubicBezTo>
                <a:cubicBezTo>
                  <a:pt x="869565" y="1998880"/>
                  <a:pt x="347630" y="2065513"/>
                  <a:pt x="39427" y="2166860"/>
                </a:cubicBezTo>
                <a:lnTo>
                  <a:pt x="0" y="2181277"/>
                </a:lnTo>
                <a:close/>
              </a:path>
            </a:pathLst>
          </a:cu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288000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u="sng" dirty="0">
                <a:solidFill>
                  <a:srgbClr val="FFFFFF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Automated Valuation Models:</a:t>
            </a:r>
            <a:endParaRPr lang="en-US" altLang="zh-CN" sz="2000" b="1" u="sng" dirty="0">
              <a:solidFill>
                <a:srgbClr val="FFFFFF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FFFFFF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dirty="0">
                <a:solidFill>
                  <a:srgbClr val="FFFFFF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Instant property valuations for quick assessments.</a:t>
            </a:r>
            <a:endParaRPr lang="en-US" altLang="zh-CN" sz="2000" dirty="0">
              <a:solidFill>
                <a:srgbClr val="FFFFFF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任意多边形 8"/>
          <p:cNvSpPr/>
          <p:nvPr/>
        </p:nvSpPr>
        <p:spPr>
          <a:xfrm>
            <a:off x="4507865" y="2217420"/>
            <a:ext cx="3246755" cy="2639060"/>
          </a:xfrm>
          <a:custGeom>
            <a:avLst/>
            <a:gdLst>
              <a:gd name="connsiteX0" fmla="*/ 0 w 2923108"/>
              <a:gd name="connsiteY0" fmla="*/ 0 h 2181277"/>
              <a:gd name="connsiteX1" fmla="*/ 109478 w 2923108"/>
              <a:gd name="connsiteY1" fmla="*/ 0 h 2181277"/>
              <a:gd name="connsiteX2" fmla="*/ 114649 w 2923108"/>
              <a:gd name="connsiteY2" fmla="*/ 25618 h 2181277"/>
              <a:gd name="connsiteX3" fmla="*/ 206889 w 2923108"/>
              <a:gd name="connsiteY3" fmla="*/ 86758 h 2181277"/>
              <a:gd name="connsiteX4" fmla="*/ 299129 w 2923108"/>
              <a:gd name="connsiteY4" fmla="*/ 25618 h 2181277"/>
              <a:gd name="connsiteX5" fmla="*/ 304301 w 2923108"/>
              <a:gd name="connsiteY5" fmla="*/ 0 h 2181277"/>
              <a:gd name="connsiteX6" fmla="*/ 423143 w 2923108"/>
              <a:gd name="connsiteY6" fmla="*/ 0 h 2181277"/>
              <a:gd name="connsiteX7" fmla="*/ 428315 w 2923108"/>
              <a:gd name="connsiteY7" fmla="*/ 25618 h 2181277"/>
              <a:gd name="connsiteX8" fmla="*/ 520555 w 2923108"/>
              <a:gd name="connsiteY8" fmla="*/ 86758 h 2181277"/>
              <a:gd name="connsiteX9" fmla="*/ 612795 w 2923108"/>
              <a:gd name="connsiteY9" fmla="*/ 25618 h 2181277"/>
              <a:gd name="connsiteX10" fmla="*/ 617967 w 2923108"/>
              <a:gd name="connsiteY10" fmla="*/ 0 h 2181277"/>
              <a:gd name="connsiteX11" fmla="*/ 736809 w 2923108"/>
              <a:gd name="connsiteY11" fmla="*/ 0 h 2181277"/>
              <a:gd name="connsiteX12" fmla="*/ 741981 w 2923108"/>
              <a:gd name="connsiteY12" fmla="*/ 25618 h 2181277"/>
              <a:gd name="connsiteX13" fmla="*/ 834221 w 2923108"/>
              <a:gd name="connsiteY13" fmla="*/ 86758 h 2181277"/>
              <a:gd name="connsiteX14" fmla="*/ 926461 w 2923108"/>
              <a:gd name="connsiteY14" fmla="*/ 25618 h 2181277"/>
              <a:gd name="connsiteX15" fmla="*/ 931634 w 2923108"/>
              <a:gd name="connsiteY15" fmla="*/ 0 h 2181277"/>
              <a:gd name="connsiteX16" fmla="*/ 1050475 w 2923108"/>
              <a:gd name="connsiteY16" fmla="*/ 0 h 2181277"/>
              <a:gd name="connsiteX17" fmla="*/ 1055647 w 2923108"/>
              <a:gd name="connsiteY17" fmla="*/ 25618 h 2181277"/>
              <a:gd name="connsiteX18" fmla="*/ 1147887 w 2923108"/>
              <a:gd name="connsiteY18" fmla="*/ 86758 h 2181277"/>
              <a:gd name="connsiteX19" fmla="*/ 1240128 w 2923108"/>
              <a:gd name="connsiteY19" fmla="*/ 25618 h 2181277"/>
              <a:gd name="connsiteX20" fmla="*/ 1245300 w 2923108"/>
              <a:gd name="connsiteY20" fmla="*/ 0 h 2181277"/>
              <a:gd name="connsiteX21" fmla="*/ 1364141 w 2923108"/>
              <a:gd name="connsiteY21" fmla="*/ 0 h 2181277"/>
              <a:gd name="connsiteX22" fmla="*/ 1369313 w 2923108"/>
              <a:gd name="connsiteY22" fmla="*/ 25618 h 2181277"/>
              <a:gd name="connsiteX23" fmla="*/ 1461553 w 2923108"/>
              <a:gd name="connsiteY23" fmla="*/ 86758 h 2181277"/>
              <a:gd name="connsiteX24" fmla="*/ 1553794 w 2923108"/>
              <a:gd name="connsiteY24" fmla="*/ 25618 h 2181277"/>
              <a:gd name="connsiteX25" fmla="*/ 1558966 w 2923108"/>
              <a:gd name="connsiteY25" fmla="*/ 0 h 2181277"/>
              <a:gd name="connsiteX26" fmla="*/ 1677807 w 2923108"/>
              <a:gd name="connsiteY26" fmla="*/ 0 h 2181277"/>
              <a:gd name="connsiteX27" fmla="*/ 1682979 w 2923108"/>
              <a:gd name="connsiteY27" fmla="*/ 25618 h 2181277"/>
              <a:gd name="connsiteX28" fmla="*/ 1775220 w 2923108"/>
              <a:gd name="connsiteY28" fmla="*/ 86758 h 2181277"/>
              <a:gd name="connsiteX29" fmla="*/ 1867460 w 2923108"/>
              <a:gd name="connsiteY29" fmla="*/ 25618 h 2181277"/>
              <a:gd name="connsiteX30" fmla="*/ 1872632 w 2923108"/>
              <a:gd name="connsiteY30" fmla="*/ 0 h 2181277"/>
              <a:gd name="connsiteX31" fmla="*/ 1991473 w 2923108"/>
              <a:gd name="connsiteY31" fmla="*/ 0 h 2181277"/>
              <a:gd name="connsiteX32" fmla="*/ 1996646 w 2923108"/>
              <a:gd name="connsiteY32" fmla="*/ 25618 h 2181277"/>
              <a:gd name="connsiteX33" fmla="*/ 2088886 w 2923108"/>
              <a:gd name="connsiteY33" fmla="*/ 86758 h 2181277"/>
              <a:gd name="connsiteX34" fmla="*/ 2181126 w 2923108"/>
              <a:gd name="connsiteY34" fmla="*/ 25618 h 2181277"/>
              <a:gd name="connsiteX35" fmla="*/ 2186298 w 2923108"/>
              <a:gd name="connsiteY35" fmla="*/ 0 h 2181277"/>
              <a:gd name="connsiteX36" fmla="*/ 2305139 w 2923108"/>
              <a:gd name="connsiteY36" fmla="*/ 0 h 2181277"/>
              <a:gd name="connsiteX37" fmla="*/ 2310312 w 2923108"/>
              <a:gd name="connsiteY37" fmla="*/ 25618 h 2181277"/>
              <a:gd name="connsiteX38" fmla="*/ 2402552 w 2923108"/>
              <a:gd name="connsiteY38" fmla="*/ 86758 h 2181277"/>
              <a:gd name="connsiteX39" fmla="*/ 2494792 w 2923108"/>
              <a:gd name="connsiteY39" fmla="*/ 25618 h 2181277"/>
              <a:gd name="connsiteX40" fmla="*/ 2499964 w 2923108"/>
              <a:gd name="connsiteY40" fmla="*/ 0 h 2181277"/>
              <a:gd name="connsiteX41" fmla="*/ 2618806 w 2923108"/>
              <a:gd name="connsiteY41" fmla="*/ 0 h 2181277"/>
              <a:gd name="connsiteX42" fmla="*/ 2623978 w 2923108"/>
              <a:gd name="connsiteY42" fmla="*/ 25618 h 2181277"/>
              <a:gd name="connsiteX43" fmla="*/ 2716218 w 2923108"/>
              <a:gd name="connsiteY43" fmla="*/ 86758 h 2181277"/>
              <a:gd name="connsiteX44" fmla="*/ 2808458 w 2923108"/>
              <a:gd name="connsiteY44" fmla="*/ 25618 h 2181277"/>
              <a:gd name="connsiteX45" fmla="*/ 2813630 w 2923108"/>
              <a:gd name="connsiteY45" fmla="*/ 0 h 2181277"/>
              <a:gd name="connsiteX46" fmla="*/ 2923108 w 2923108"/>
              <a:gd name="connsiteY46" fmla="*/ 0 h 2181277"/>
              <a:gd name="connsiteX47" fmla="*/ 2923108 w 2923108"/>
              <a:gd name="connsiteY47" fmla="*/ 2181277 h 2181277"/>
              <a:gd name="connsiteX48" fmla="*/ 2883682 w 2923108"/>
              <a:gd name="connsiteY48" fmla="*/ 2166860 h 2181277"/>
              <a:gd name="connsiteX49" fmla="*/ 1461554 w 2923108"/>
              <a:gd name="connsiteY49" fmla="*/ 1998880 h 2181277"/>
              <a:gd name="connsiteX50" fmla="*/ 39427 w 2923108"/>
              <a:gd name="connsiteY50" fmla="*/ 2166860 h 2181277"/>
              <a:gd name="connsiteX51" fmla="*/ 0 w 2923108"/>
              <a:gd name="connsiteY51" fmla="*/ 2181277 h 2181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2923108" h="2181277">
                <a:moveTo>
                  <a:pt x="0" y="0"/>
                </a:moveTo>
                <a:lnTo>
                  <a:pt x="109478" y="0"/>
                </a:lnTo>
                <a:lnTo>
                  <a:pt x="114649" y="25618"/>
                </a:lnTo>
                <a:cubicBezTo>
                  <a:pt x="129846" y="61547"/>
                  <a:pt x="165424" y="86758"/>
                  <a:pt x="206889" y="86758"/>
                </a:cubicBezTo>
                <a:cubicBezTo>
                  <a:pt x="248355" y="86758"/>
                  <a:pt x="283932" y="61547"/>
                  <a:pt x="299129" y="25618"/>
                </a:cubicBezTo>
                <a:lnTo>
                  <a:pt x="304301" y="0"/>
                </a:lnTo>
                <a:lnTo>
                  <a:pt x="423143" y="0"/>
                </a:lnTo>
                <a:lnTo>
                  <a:pt x="428315" y="25618"/>
                </a:lnTo>
                <a:cubicBezTo>
                  <a:pt x="443512" y="61547"/>
                  <a:pt x="479090" y="86758"/>
                  <a:pt x="520555" y="86758"/>
                </a:cubicBezTo>
                <a:cubicBezTo>
                  <a:pt x="562021" y="86758"/>
                  <a:pt x="597598" y="61547"/>
                  <a:pt x="612795" y="25618"/>
                </a:cubicBezTo>
                <a:lnTo>
                  <a:pt x="617967" y="0"/>
                </a:lnTo>
                <a:lnTo>
                  <a:pt x="736809" y="0"/>
                </a:lnTo>
                <a:lnTo>
                  <a:pt x="741981" y="25618"/>
                </a:lnTo>
                <a:cubicBezTo>
                  <a:pt x="757178" y="61547"/>
                  <a:pt x="792756" y="86758"/>
                  <a:pt x="834221" y="86758"/>
                </a:cubicBezTo>
                <a:cubicBezTo>
                  <a:pt x="875687" y="86758"/>
                  <a:pt x="911264" y="61547"/>
                  <a:pt x="926461" y="25618"/>
                </a:cubicBezTo>
                <a:lnTo>
                  <a:pt x="931634" y="0"/>
                </a:lnTo>
                <a:lnTo>
                  <a:pt x="1050475" y="0"/>
                </a:lnTo>
                <a:lnTo>
                  <a:pt x="1055647" y="25618"/>
                </a:lnTo>
                <a:cubicBezTo>
                  <a:pt x="1070844" y="61547"/>
                  <a:pt x="1106422" y="86758"/>
                  <a:pt x="1147887" y="86758"/>
                </a:cubicBezTo>
                <a:cubicBezTo>
                  <a:pt x="1189354" y="86758"/>
                  <a:pt x="1224930" y="61547"/>
                  <a:pt x="1240128" y="25618"/>
                </a:cubicBezTo>
                <a:lnTo>
                  <a:pt x="1245300" y="0"/>
                </a:lnTo>
                <a:lnTo>
                  <a:pt x="1364141" y="0"/>
                </a:lnTo>
                <a:lnTo>
                  <a:pt x="1369313" y="25618"/>
                </a:lnTo>
                <a:cubicBezTo>
                  <a:pt x="1384511" y="61547"/>
                  <a:pt x="1420089" y="86758"/>
                  <a:pt x="1461553" y="86758"/>
                </a:cubicBezTo>
                <a:cubicBezTo>
                  <a:pt x="1503020" y="86758"/>
                  <a:pt x="1538596" y="61547"/>
                  <a:pt x="1553794" y="25618"/>
                </a:cubicBezTo>
                <a:lnTo>
                  <a:pt x="1558966" y="0"/>
                </a:lnTo>
                <a:lnTo>
                  <a:pt x="1677807" y="0"/>
                </a:lnTo>
                <a:lnTo>
                  <a:pt x="1682979" y="25618"/>
                </a:lnTo>
                <a:cubicBezTo>
                  <a:pt x="1698177" y="61547"/>
                  <a:pt x="1733755" y="86758"/>
                  <a:pt x="1775220" y="86758"/>
                </a:cubicBezTo>
                <a:cubicBezTo>
                  <a:pt x="1816685" y="86758"/>
                  <a:pt x="1852263" y="61547"/>
                  <a:pt x="1867460" y="25618"/>
                </a:cubicBezTo>
                <a:lnTo>
                  <a:pt x="1872632" y="0"/>
                </a:lnTo>
                <a:lnTo>
                  <a:pt x="1991473" y="0"/>
                </a:lnTo>
                <a:lnTo>
                  <a:pt x="1996646" y="25618"/>
                </a:lnTo>
                <a:cubicBezTo>
                  <a:pt x="2011843" y="61547"/>
                  <a:pt x="2047419" y="86758"/>
                  <a:pt x="2088886" y="86758"/>
                </a:cubicBezTo>
                <a:cubicBezTo>
                  <a:pt x="2130352" y="86758"/>
                  <a:pt x="2165929" y="61547"/>
                  <a:pt x="2181126" y="25618"/>
                </a:cubicBezTo>
                <a:lnTo>
                  <a:pt x="2186298" y="0"/>
                </a:lnTo>
                <a:lnTo>
                  <a:pt x="2305139" y="0"/>
                </a:lnTo>
                <a:lnTo>
                  <a:pt x="2310312" y="25618"/>
                </a:lnTo>
                <a:cubicBezTo>
                  <a:pt x="2325509" y="61547"/>
                  <a:pt x="2361086" y="86758"/>
                  <a:pt x="2402552" y="86758"/>
                </a:cubicBezTo>
                <a:cubicBezTo>
                  <a:pt x="2444017" y="86758"/>
                  <a:pt x="2479595" y="61547"/>
                  <a:pt x="2494792" y="25618"/>
                </a:cubicBezTo>
                <a:lnTo>
                  <a:pt x="2499964" y="0"/>
                </a:lnTo>
                <a:lnTo>
                  <a:pt x="2618806" y="0"/>
                </a:lnTo>
                <a:lnTo>
                  <a:pt x="2623978" y="25618"/>
                </a:lnTo>
                <a:cubicBezTo>
                  <a:pt x="2639175" y="61547"/>
                  <a:pt x="2674753" y="86758"/>
                  <a:pt x="2716218" y="86758"/>
                </a:cubicBezTo>
                <a:cubicBezTo>
                  <a:pt x="2757683" y="86758"/>
                  <a:pt x="2793261" y="61547"/>
                  <a:pt x="2808458" y="25618"/>
                </a:cubicBezTo>
                <a:lnTo>
                  <a:pt x="2813630" y="0"/>
                </a:lnTo>
                <a:lnTo>
                  <a:pt x="2923108" y="0"/>
                </a:lnTo>
                <a:lnTo>
                  <a:pt x="2923108" y="2181277"/>
                </a:lnTo>
                <a:lnTo>
                  <a:pt x="2883682" y="2166860"/>
                </a:lnTo>
                <a:cubicBezTo>
                  <a:pt x="2575479" y="2065513"/>
                  <a:pt x="2053543" y="1998880"/>
                  <a:pt x="1461554" y="1998880"/>
                </a:cubicBezTo>
                <a:cubicBezTo>
                  <a:pt x="869565" y="1998880"/>
                  <a:pt x="347630" y="2065513"/>
                  <a:pt x="39427" y="2166860"/>
                </a:cubicBezTo>
                <a:lnTo>
                  <a:pt x="0" y="2181277"/>
                </a:lnTo>
                <a:close/>
              </a:path>
            </a:pathLst>
          </a:cu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288000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u="sng" dirty="0">
                <a:solidFill>
                  <a:srgbClr val="FFFFFF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Investment Analysis:</a:t>
            </a:r>
            <a:endParaRPr lang="en-US" altLang="zh-CN" sz="2000" b="1" u="sng" dirty="0">
              <a:solidFill>
                <a:srgbClr val="FFFFFF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zh-CN" sz="2000" dirty="0">
                <a:solidFill>
                  <a:srgbClr val="FFFFFF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Identifying undervalued properties and market trends for strategic investments. </a:t>
            </a:r>
            <a:endParaRPr lang="en-US" altLang="zh-CN" sz="2000" dirty="0">
              <a:solidFill>
                <a:srgbClr val="FFFFFF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任意多边形 10"/>
          <p:cNvSpPr/>
          <p:nvPr/>
        </p:nvSpPr>
        <p:spPr>
          <a:xfrm>
            <a:off x="8223250" y="2217420"/>
            <a:ext cx="3246755" cy="2639060"/>
          </a:xfrm>
          <a:custGeom>
            <a:avLst/>
            <a:gdLst>
              <a:gd name="connsiteX0" fmla="*/ 0 w 2923108"/>
              <a:gd name="connsiteY0" fmla="*/ 0 h 2181277"/>
              <a:gd name="connsiteX1" fmla="*/ 109478 w 2923108"/>
              <a:gd name="connsiteY1" fmla="*/ 0 h 2181277"/>
              <a:gd name="connsiteX2" fmla="*/ 114649 w 2923108"/>
              <a:gd name="connsiteY2" fmla="*/ 25618 h 2181277"/>
              <a:gd name="connsiteX3" fmla="*/ 206889 w 2923108"/>
              <a:gd name="connsiteY3" fmla="*/ 86758 h 2181277"/>
              <a:gd name="connsiteX4" fmla="*/ 299129 w 2923108"/>
              <a:gd name="connsiteY4" fmla="*/ 25618 h 2181277"/>
              <a:gd name="connsiteX5" fmla="*/ 304301 w 2923108"/>
              <a:gd name="connsiteY5" fmla="*/ 0 h 2181277"/>
              <a:gd name="connsiteX6" fmla="*/ 423143 w 2923108"/>
              <a:gd name="connsiteY6" fmla="*/ 0 h 2181277"/>
              <a:gd name="connsiteX7" fmla="*/ 428315 w 2923108"/>
              <a:gd name="connsiteY7" fmla="*/ 25618 h 2181277"/>
              <a:gd name="connsiteX8" fmla="*/ 520555 w 2923108"/>
              <a:gd name="connsiteY8" fmla="*/ 86758 h 2181277"/>
              <a:gd name="connsiteX9" fmla="*/ 612795 w 2923108"/>
              <a:gd name="connsiteY9" fmla="*/ 25618 h 2181277"/>
              <a:gd name="connsiteX10" fmla="*/ 617967 w 2923108"/>
              <a:gd name="connsiteY10" fmla="*/ 0 h 2181277"/>
              <a:gd name="connsiteX11" fmla="*/ 736809 w 2923108"/>
              <a:gd name="connsiteY11" fmla="*/ 0 h 2181277"/>
              <a:gd name="connsiteX12" fmla="*/ 741981 w 2923108"/>
              <a:gd name="connsiteY12" fmla="*/ 25618 h 2181277"/>
              <a:gd name="connsiteX13" fmla="*/ 834221 w 2923108"/>
              <a:gd name="connsiteY13" fmla="*/ 86758 h 2181277"/>
              <a:gd name="connsiteX14" fmla="*/ 926461 w 2923108"/>
              <a:gd name="connsiteY14" fmla="*/ 25618 h 2181277"/>
              <a:gd name="connsiteX15" fmla="*/ 931634 w 2923108"/>
              <a:gd name="connsiteY15" fmla="*/ 0 h 2181277"/>
              <a:gd name="connsiteX16" fmla="*/ 1050475 w 2923108"/>
              <a:gd name="connsiteY16" fmla="*/ 0 h 2181277"/>
              <a:gd name="connsiteX17" fmla="*/ 1055647 w 2923108"/>
              <a:gd name="connsiteY17" fmla="*/ 25618 h 2181277"/>
              <a:gd name="connsiteX18" fmla="*/ 1147887 w 2923108"/>
              <a:gd name="connsiteY18" fmla="*/ 86758 h 2181277"/>
              <a:gd name="connsiteX19" fmla="*/ 1240128 w 2923108"/>
              <a:gd name="connsiteY19" fmla="*/ 25618 h 2181277"/>
              <a:gd name="connsiteX20" fmla="*/ 1245300 w 2923108"/>
              <a:gd name="connsiteY20" fmla="*/ 0 h 2181277"/>
              <a:gd name="connsiteX21" fmla="*/ 1364141 w 2923108"/>
              <a:gd name="connsiteY21" fmla="*/ 0 h 2181277"/>
              <a:gd name="connsiteX22" fmla="*/ 1369313 w 2923108"/>
              <a:gd name="connsiteY22" fmla="*/ 25618 h 2181277"/>
              <a:gd name="connsiteX23" fmla="*/ 1461553 w 2923108"/>
              <a:gd name="connsiteY23" fmla="*/ 86758 h 2181277"/>
              <a:gd name="connsiteX24" fmla="*/ 1553794 w 2923108"/>
              <a:gd name="connsiteY24" fmla="*/ 25618 h 2181277"/>
              <a:gd name="connsiteX25" fmla="*/ 1558966 w 2923108"/>
              <a:gd name="connsiteY25" fmla="*/ 0 h 2181277"/>
              <a:gd name="connsiteX26" fmla="*/ 1677807 w 2923108"/>
              <a:gd name="connsiteY26" fmla="*/ 0 h 2181277"/>
              <a:gd name="connsiteX27" fmla="*/ 1682979 w 2923108"/>
              <a:gd name="connsiteY27" fmla="*/ 25618 h 2181277"/>
              <a:gd name="connsiteX28" fmla="*/ 1775220 w 2923108"/>
              <a:gd name="connsiteY28" fmla="*/ 86758 h 2181277"/>
              <a:gd name="connsiteX29" fmla="*/ 1867460 w 2923108"/>
              <a:gd name="connsiteY29" fmla="*/ 25618 h 2181277"/>
              <a:gd name="connsiteX30" fmla="*/ 1872632 w 2923108"/>
              <a:gd name="connsiteY30" fmla="*/ 0 h 2181277"/>
              <a:gd name="connsiteX31" fmla="*/ 1991473 w 2923108"/>
              <a:gd name="connsiteY31" fmla="*/ 0 h 2181277"/>
              <a:gd name="connsiteX32" fmla="*/ 1996646 w 2923108"/>
              <a:gd name="connsiteY32" fmla="*/ 25618 h 2181277"/>
              <a:gd name="connsiteX33" fmla="*/ 2088886 w 2923108"/>
              <a:gd name="connsiteY33" fmla="*/ 86758 h 2181277"/>
              <a:gd name="connsiteX34" fmla="*/ 2181126 w 2923108"/>
              <a:gd name="connsiteY34" fmla="*/ 25618 h 2181277"/>
              <a:gd name="connsiteX35" fmla="*/ 2186298 w 2923108"/>
              <a:gd name="connsiteY35" fmla="*/ 0 h 2181277"/>
              <a:gd name="connsiteX36" fmla="*/ 2305139 w 2923108"/>
              <a:gd name="connsiteY36" fmla="*/ 0 h 2181277"/>
              <a:gd name="connsiteX37" fmla="*/ 2310312 w 2923108"/>
              <a:gd name="connsiteY37" fmla="*/ 25618 h 2181277"/>
              <a:gd name="connsiteX38" fmla="*/ 2402552 w 2923108"/>
              <a:gd name="connsiteY38" fmla="*/ 86758 h 2181277"/>
              <a:gd name="connsiteX39" fmla="*/ 2494792 w 2923108"/>
              <a:gd name="connsiteY39" fmla="*/ 25618 h 2181277"/>
              <a:gd name="connsiteX40" fmla="*/ 2499964 w 2923108"/>
              <a:gd name="connsiteY40" fmla="*/ 0 h 2181277"/>
              <a:gd name="connsiteX41" fmla="*/ 2618806 w 2923108"/>
              <a:gd name="connsiteY41" fmla="*/ 0 h 2181277"/>
              <a:gd name="connsiteX42" fmla="*/ 2623978 w 2923108"/>
              <a:gd name="connsiteY42" fmla="*/ 25618 h 2181277"/>
              <a:gd name="connsiteX43" fmla="*/ 2716218 w 2923108"/>
              <a:gd name="connsiteY43" fmla="*/ 86758 h 2181277"/>
              <a:gd name="connsiteX44" fmla="*/ 2808458 w 2923108"/>
              <a:gd name="connsiteY44" fmla="*/ 25618 h 2181277"/>
              <a:gd name="connsiteX45" fmla="*/ 2813630 w 2923108"/>
              <a:gd name="connsiteY45" fmla="*/ 0 h 2181277"/>
              <a:gd name="connsiteX46" fmla="*/ 2923108 w 2923108"/>
              <a:gd name="connsiteY46" fmla="*/ 0 h 2181277"/>
              <a:gd name="connsiteX47" fmla="*/ 2923108 w 2923108"/>
              <a:gd name="connsiteY47" fmla="*/ 2181277 h 2181277"/>
              <a:gd name="connsiteX48" fmla="*/ 2883682 w 2923108"/>
              <a:gd name="connsiteY48" fmla="*/ 2166860 h 2181277"/>
              <a:gd name="connsiteX49" fmla="*/ 1461554 w 2923108"/>
              <a:gd name="connsiteY49" fmla="*/ 1998880 h 2181277"/>
              <a:gd name="connsiteX50" fmla="*/ 39427 w 2923108"/>
              <a:gd name="connsiteY50" fmla="*/ 2166860 h 2181277"/>
              <a:gd name="connsiteX51" fmla="*/ 0 w 2923108"/>
              <a:gd name="connsiteY51" fmla="*/ 2181277 h 2181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2923108" h="2181277">
                <a:moveTo>
                  <a:pt x="0" y="0"/>
                </a:moveTo>
                <a:lnTo>
                  <a:pt x="109478" y="0"/>
                </a:lnTo>
                <a:lnTo>
                  <a:pt x="114649" y="25618"/>
                </a:lnTo>
                <a:cubicBezTo>
                  <a:pt x="129846" y="61547"/>
                  <a:pt x="165424" y="86758"/>
                  <a:pt x="206889" y="86758"/>
                </a:cubicBezTo>
                <a:cubicBezTo>
                  <a:pt x="248355" y="86758"/>
                  <a:pt x="283932" y="61547"/>
                  <a:pt x="299129" y="25618"/>
                </a:cubicBezTo>
                <a:lnTo>
                  <a:pt x="304301" y="0"/>
                </a:lnTo>
                <a:lnTo>
                  <a:pt x="423143" y="0"/>
                </a:lnTo>
                <a:lnTo>
                  <a:pt x="428315" y="25618"/>
                </a:lnTo>
                <a:cubicBezTo>
                  <a:pt x="443512" y="61547"/>
                  <a:pt x="479090" y="86758"/>
                  <a:pt x="520555" y="86758"/>
                </a:cubicBezTo>
                <a:cubicBezTo>
                  <a:pt x="562021" y="86758"/>
                  <a:pt x="597598" y="61547"/>
                  <a:pt x="612795" y="25618"/>
                </a:cubicBezTo>
                <a:lnTo>
                  <a:pt x="617967" y="0"/>
                </a:lnTo>
                <a:lnTo>
                  <a:pt x="736809" y="0"/>
                </a:lnTo>
                <a:lnTo>
                  <a:pt x="741981" y="25618"/>
                </a:lnTo>
                <a:cubicBezTo>
                  <a:pt x="757178" y="61547"/>
                  <a:pt x="792756" y="86758"/>
                  <a:pt x="834221" y="86758"/>
                </a:cubicBezTo>
                <a:cubicBezTo>
                  <a:pt x="875687" y="86758"/>
                  <a:pt x="911264" y="61547"/>
                  <a:pt x="926461" y="25618"/>
                </a:cubicBezTo>
                <a:lnTo>
                  <a:pt x="931634" y="0"/>
                </a:lnTo>
                <a:lnTo>
                  <a:pt x="1050475" y="0"/>
                </a:lnTo>
                <a:lnTo>
                  <a:pt x="1055647" y="25618"/>
                </a:lnTo>
                <a:cubicBezTo>
                  <a:pt x="1070844" y="61547"/>
                  <a:pt x="1106422" y="86758"/>
                  <a:pt x="1147887" y="86758"/>
                </a:cubicBezTo>
                <a:cubicBezTo>
                  <a:pt x="1189354" y="86758"/>
                  <a:pt x="1224930" y="61547"/>
                  <a:pt x="1240128" y="25618"/>
                </a:cubicBezTo>
                <a:lnTo>
                  <a:pt x="1245300" y="0"/>
                </a:lnTo>
                <a:lnTo>
                  <a:pt x="1364141" y="0"/>
                </a:lnTo>
                <a:lnTo>
                  <a:pt x="1369313" y="25618"/>
                </a:lnTo>
                <a:cubicBezTo>
                  <a:pt x="1384511" y="61547"/>
                  <a:pt x="1420089" y="86758"/>
                  <a:pt x="1461553" y="86758"/>
                </a:cubicBezTo>
                <a:cubicBezTo>
                  <a:pt x="1503020" y="86758"/>
                  <a:pt x="1538596" y="61547"/>
                  <a:pt x="1553794" y="25618"/>
                </a:cubicBezTo>
                <a:lnTo>
                  <a:pt x="1558966" y="0"/>
                </a:lnTo>
                <a:lnTo>
                  <a:pt x="1677807" y="0"/>
                </a:lnTo>
                <a:lnTo>
                  <a:pt x="1682979" y="25618"/>
                </a:lnTo>
                <a:cubicBezTo>
                  <a:pt x="1698177" y="61547"/>
                  <a:pt x="1733755" y="86758"/>
                  <a:pt x="1775220" y="86758"/>
                </a:cubicBezTo>
                <a:cubicBezTo>
                  <a:pt x="1816685" y="86758"/>
                  <a:pt x="1852263" y="61547"/>
                  <a:pt x="1867460" y="25618"/>
                </a:cubicBezTo>
                <a:lnTo>
                  <a:pt x="1872632" y="0"/>
                </a:lnTo>
                <a:lnTo>
                  <a:pt x="1991473" y="0"/>
                </a:lnTo>
                <a:lnTo>
                  <a:pt x="1996646" y="25618"/>
                </a:lnTo>
                <a:cubicBezTo>
                  <a:pt x="2011843" y="61547"/>
                  <a:pt x="2047419" y="86758"/>
                  <a:pt x="2088886" y="86758"/>
                </a:cubicBezTo>
                <a:cubicBezTo>
                  <a:pt x="2130352" y="86758"/>
                  <a:pt x="2165929" y="61547"/>
                  <a:pt x="2181126" y="25618"/>
                </a:cubicBezTo>
                <a:lnTo>
                  <a:pt x="2186298" y="0"/>
                </a:lnTo>
                <a:lnTo>
                  <a:pt x="2305139" y="0"/>
                </a:lnTo>
                <a:lnTo>
                  <a:pt x="2310312" y="25618"/>
                </a:lnTo>
                <a:cubicBezTo>
                  <a:pt x="2325509" y="61547"/>
                  <a:pt x="2361086" y="86758"/>
                  <a:pt x="2402552" y="86758"/>
                </a:cubicBezTo>
                <a:cubicBezTo>
                  <a:pt x="2444017" y="86758"/>
                  <a:pt x="2479595" y="61547"/>
                  <a:pt x="2494792" y="25618"/>
                </a:cubicBezTo>
                <a:lnTo>
                  <a:pt x="2499964" y="0"/>
                </a:lnTo>
                <a:lnTo>
                  <a:pt x="2618806" y="0"/>
                </a:lnTo>
                <a:lnTo>
                  <a:pt x="2623978" y="25618"/>
                </a:lnTo>
                <a:cubicBezTo>
                  <a:pt x="2639175" y="61547"/>
                  <a:pt x="2674753" y="86758"/>
                  <a:pt x="2716218" y="86758"/>
                </a:cubicBezTo>
                <a:cubicBezTo>
                  <a:pt x="2757683" y="86758"/>
                  <a:pt x="2793261" y="61547"/>
                  <a:pt x="2808458" y="25618"/>
                </a:cubicBezTo>
                <a:lnTo>
                  <a:pt x="2813630" y="0"/>
                </a:lnTo>
                <a:lnTo>
                  <a:pt x="2923108" y="0"/>
                </a:lnTo>
                <a:lnTo>
                  <a:pt x="2923108" y="2181277"/>
                </a:lnTo>
                <a:lnTo>
                  <a:pt x="2883682" y="2166860"/>
                </a:lnTo>
                <a:cubicBezTo>
                  <a:pt x="2575479" y="2065513"/>
                  <a:pt x="2053543" y="1998880"/>
                  <a:pt x="1461554" y="1998880"/>
                </a:cubicBezTo>
                <a:cubicBezTo>
                  <a:pt x="869565" y="1998880"/>
                  <a:pt x="347630" y="2065513"/>
                  <a:pt x="39427" y="2166860"/>
                </a:cubicBezTo>
                <a:lnTo>
                  <a:pt x="0" y="2181277"/>
                </a:lnTo>
                <a:close/>
              </a:path>
            </a:pathLst>
          </a:cu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288000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u="sng" dirty="0">
                <a:solidFill>
                  <a:srgbClr val="FFFFFF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Policy Making:</a:t>
            </a:r>
            <a:endParaRPr lang="en-US" altLang="zh-CN" sz="2000" b="1" u="sng" dirty="0">
              <a:solidFill>
                <a:srgbClr val="FFFFFF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zh-CN" sz="2000" dirty="0">
                <a:solidFill>
                  <a:srgbClr val="FFFFFF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Informing urban planning and housing schemes with data-driven insights.</a:t>
            </a:r>
            <a:endParaRPr lang="en-US" altLang="zh-CN" sz="2000" u="sng" dirty="0">
              <a:solidFill>
                <a:srgbClr val="FFFFFF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136129" y="1500225"/>
            <a:ext cx="9919743" cy="12186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50000"/>
              </a:lnSpc>
            </a:pPr>
            <a:endParaRPr lang="en-US" altLang="zh-CN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dirty="0"/>
              <a:t>Demystifying Our Predictive Models: From Regression to Ensembles</a:t>
            </a:r>
            <a:r>
              <a:rPr lang="zh-CN" altLang="en-US" b="1" dirty="0"/>
              <a:t>
</a:t>
            </a:r>
            <a:endParaRPr lang="en-US" altLang="zh-CN" b="1" dirty="0"/>
          </a:p>
        </p:txBody>
      </p:sp>
      <p:sp>
        <p:nvSpPr>
          <p:cNvPr id="14339" name="Freeform 5"/>
          <p:cNvSpPr/>
          <p:nvPr/>
        </p:nvSpPr>
        <p:spPr bwMode="auto">
          <a:xfrm>
            <a:off x="6540506" y="2295664"/>
            <a:ext cx="1510029" cy="1510029"/>
          </a:xfrm>
          <a:prstGeom prst="ellipse">
            <a:avLst/>
          </a:prstGeom>
          <a:solidFill>
            <a:schemeClr val="accent1"/>
          </a:solidFill>
          <a:ln w="28575" cap="flat" cmpd="sng" algn="ctr">
            <a:noFill/>
            <a:prstDash val="solid"/>
          </a:ln>
          <a:effectLst>
            <a:outerShdw blurRad="317500" dist="165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 kern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342" name="Freeform 8"/>
          <p:cNvSpPr/>
          <p:nvPr/>
        </p:nvSpPr>
        <p:spPr bwMode="auto">
          <a:xfrm>
            <a:off x="4141466" y="2294831"/>
            <a:ext cx="1510029" cy="1510029"/>
          </a:xfrm>
          <a:prstGeom prst="ellipse">
            <a:avLst/>
          </a:prstGeom>
          <a:solidFill>
            <a:schemeClr val="accent1"/>
          </a:solidFill>
          <a:ln w="28575" cap="flat" cmpd="sng" algn="ctr">
            <a:noFill/>
            <a:prstDash val="solid"/>
          </a:ln>
          <a:effectLst>
            <a:outerShdw blurRad="317500" dist="165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 kern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Freeform 5"/>
          <p:cNvSpPr/>
          <p:nvPr/>
        </p:nvSpPr>
        <p:spPr bwMode="auto">
          <a:xfrm>
            <a:off x="6540506" y="3997875"/>
            <a:ext cx="1510029" cy="1510029"/>
          </a:xfrm>
          <a:prstGeom prst="ellipse">
            <a:avLst/>
          </a:prstGeom>
          <a:solidFill>
            <a:schemeClr val="accent1"/>
          </a:solidFill>
          <a:ln w="28575" cap="flat" cmpd="sng" algn="ctr">
            <a:noFill/>
            <a:prstDash val="solid"/>
          </a:ln>
          <a:effectLst>
            <a:outerShdw blurRad="317500" dist="165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 kern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Freeform 8"/>
          <p:cNvSpPr/>
          <p:nvPr/>
        </p:nvSpPr>
        <p:spPr bwMode="auto">
          <a:xfrm>
            <a:off x="4141466" y="3997042"/>
            <a:ext cx="1510029" cy="1510029"/>
          </a:xfrm>
          <a:prstGeom prst="ellipse">
            <a:avLst/>
          </a:prstGeom>
          <a:solidFill>
            <a:schemeClr val="accent1"/>
          </a:solidFill>
          <a:ln w="28575" cap="flat" cmpd="sng" algn="ctr">
            <a:noFill/>
            <a:prstDash val="solid"/>
          </a:ln>
          <a:effectLst>
            <a:outerShdw blurRad="317500" dist="165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 kern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KSO_Shape"/>
          <p:cNvSpPr/>
          <p:nvPr/>
        </p:nvSpPr>
        <p:spPr bwMode="auto">
          <a:xfrm>
            <a:off x="4370905" y="4329064"/>
            <a:ext cx="972264" cy="989720"/>
          </a:xfrm>
          <a:custGeom>
            <a:avLst/>
            <a:gdLst>
              <a:gd name="T0" fmla="*/ 1230708 w 3970"/>
              <a:gd name="T1" fmla="*/ 915562 h 4043"/>
              <a:gd name="T2" fmla="*/ 745546 w 3970"/>
              <a:gd name="T3" fmla="*/ 1273147 h 4043"/>
              <a:gd name="T4" fmla="*/ 1036643 w 3970"/>
              <a:gd name="T5" fmla="*/ 769945 h 4043"/>
              <a:gd name="T6" fmla="*/ 1163942 w 3970"/>
              <a:gd name="T7" fmla="*/ 484945 h 4043"/>
              <a:gd name="T8" fmla="*/ 709493 w 3970"/>
              <a:gd name="T9" fmla="*/ 218203 h 4043"/>
              <a:gd name="T10" fmla="*/ 515428 w 3970"/>
              <a:gd name="T11" fmla="*/ 1309663 h 4043"/>
              <a:gd name="T12" fmla="*/ 1473289 w 3970"/>
              <a:gd name="T13" fmla="*/ 739663 h 4043"/>
              <a:gd name="T14" fmla="*/ 1230708 w 3970"/>
              <a:gd name="T15" fmla="*/ 915562 h 4043"/>
              <a:gd name="T16" fmla="*/ 933825 w 3970"/>
              <a:gd name="T17" fmla="*/ 297023 h 4043"/>
              <a:gd name="T18" fmla="*/ 1047326 w 3970"/>
              <a:gd name="T19" fmla="*/ 410578 h 4043"/>
              <a:gd name="T20" fmla="*/ 933825 w 3970"/>
              <a:gd name="T21" fmla="*/ 524578 h 4043"/>
              <a:gd name="T22" fmla="*/ 819878 w 3970"/>
              <a:gd name="T23" fmla="*/ 410578 h 4043"/>
              <a:gd name="T24" fmla="*/ 933825 w 3970"/>
              <a:gd name="T25" fmla="*/ 297023 h 4043"/>
              <a:gd name="T26" fmla="*/ 569731 w 3970"/>
              <a:gd name="T27" fmla="*/ 1070085 h 4043"/>
              <a:gd name="T28" fmla="*/ 456230 w 3970"/>
              <a:gd name="T29" fmla="*/ 956530 h 4043"/>
              <a:gd name="T30" fmla="*/ 569731 w 3970"/>
              <a:gd name="T31" fmla="*/ 842976 h 4043"/>
              <a:gd name="T32" fmla="*/ 683677 w 3970"/>
              <a:gd name="T33" fmla="*/ 956530 h 4043"/>
              <a:gd name="T34" fmla="*/ 569731 w 3970"/>
              <a:gd name="T35" fmla="*/ 1070085 h 4043"/>
              <a:gd name="T36" fmla="*/ 660977 w 3970"/>
              <a:gd name="T37" fmla="*/ 736546 h 4043"/>
              <a:gd name="T38" fmla="*/ 547031 w 3970"/>
              <a:gd name="T39" fmla="*/ 622992 h 4043"/>
              <a:gd name="T40" fmla="*/ 660977 w 3970"/>
              <a:gd name="T41" fmla="*/ 509437 h 4043"/>
              <a:gd name="T42" fmla="*/ 774478 w 3970"/>
              <a:gd name="T43" fmla="*/ 622992 h 4043"/>
              <a:gd name="T44" fmla="*/ 660977 w 3970"/>
              <a:gd name="T45" fmla="*/ 736546 h 4043"/>
              <a:gd name="T46" fmla="*/ 1095397 w 3970"/>
              <a:gd name="T47" fmla="*/ 777070 h 4043"/>
              <a:gd name="T48" fmla="*/ 1095842 w 3970"/>
              <a:gd name="T49" fmla="*/ 774398 h 4043"/>
              <a:gd name="T50" fmla="*/ 1095397 w 3970"/>
              <a:gd name="T51" fmla="*/ 777070 h 4043"/>
              <a:gd name="T52" fmla="*/ 1211568 w 3970"/>
              <a:gd name="T53" fmla="*/ 858117 h 4043"/>
              <a:gd name="T54" fmla="*/ 1767056 w 3970"/>
              <a:gd name="T55" fmla="*/ 105094 h 4043"/>
              <a:gd name="T56" fmla="*/ 1731893 w 3970"/>
              <a:gd name="T57" fmla="*/ 74812 h 4043"/>
              <a:gd name="T58" fmla="*/ 1095842 w 3970"/>
              <a:gd name="T59" fmla="*/ 774398 h 4043"/>
              <a:gd name="T60" fmla="*/ 1211568 w 3970"/>
              <a:gd name="T61" fmla="*/ 858117 h 4043"/>
              <a:gd name="T62" fmla="*/ 918246 w 3970"/>
              <a:gd name="T63" fmla="*/ 867913 h 4043"/>
              <a:gd name="T64" fmla="*/ 812312 w 3970"/>
              <a:gd name="T65" fmla="*/ 1201452 h 4043"/>
              <a:gd name="T66" fmla="*/ 1125664 w 3970"/>
              <a:gd name="T67" fmla="*/ 1024663 h 4043"/>
              <a:gd name="T68" fmla="*/ 918246 w 3970"/>
              <a:gd name="T69" fmla="*/ 867913 h 4043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3970" h="4043">
                <a:moveTo>
                  <a:pt x="2765" y="2056"/>
                </a:moveTo>
                <a:cubicBezTo>
                  <a:pt x="2833" y="2655"/>
                  <a:pt x="1948" y="2832"/>
                  <a:pt x="1675" y="2859"/>
                </a:cubicBezTo>
                <a:cubicBezTo>
                  <a:pt x="1716" y="2437"/>
                  <a:pt x="1662" y="1729"/>
                  <a:pt x="2329" y="1729"/>
                </a:cubicBezTo>
                <a:cubicBezTo>
                  <a:pt x="2261" y="1688"/>
                  <a:pt x="2438" y="1293"/>
                  <a:pt x="2615" y="1089"/>
                </a:cubicBezTo>
                <a:cubicBezTo>
                  <a:pt x="2847" y="0"/>
                  <a:pt x="1975" y="340"/>
                  <a:pt x="1594" y="490"/>
                </a:cubicBezTo>
                <a:cubicBezTo>
                  <a:pt x="0" y="1661"/>
                  <a:pt x="1103" y="2873"/>
                  <a:pt x="1158" y="2941"/>
                </a:cubicBezTo>
                <a:cubicBezTo>
                  <a:pt x="2343" y="4043"/>
                  <a:pt x="3687" y="2235"/>
                  <a:pt x="3310" y="1661"/>
                </a:cubicBezTo>
                <a:cubicBezTo>
                  <a:pt x="3268" y="1686"/>
                  <a:pt x="2928" y="2042"/>
                  <a:pt x="2765" y="2056"/>
                </a:cubicBezTo>
                <a:close/>
                <a:moveTo>
                  <a:pt x="2098" y="667"/>
                </a:moveTo>
                <a:cubicBezTo>
                  <a:pt x="2239" y="667"/>
                  <a:pt x="2353" y="781"/>
                  <a:pt x="2353" y="922"/>
                </a:cubicBezTo>
                <a:cubicBezTo>
                  <a:pt x="2353" y="1063"/>
                  <a:pt x="2239" y="1178"/>
                  <a:pt x="2098" y="1178"/>
                </a:cubicBezTo>
                <a:cubicBezTo>
                  <a:pt x="1956" y="1178"/>
                  <a:pt x="1842" y="1063"/>
                  <a:pt x="1842" y="922"/>
                </a:cubicBezTo>
                <a:cubicBezTo>
                  <a:pt x="1842" y="781"/>
                  <a:pt x="1956" y="667"/>
                  <a:pt x="2098" y="667"/>
                </a:cubicBezTo>
                <a:close/>
                <a:moveTo>
                  <a:pt x="1280" y="2403"/>
                </a:moveTo>
                <a:cubicBezTo>
                  <a:pt x="1139" y="2403"/>
                  <a:pt x="1025" y="2289"/>
                  <a:pt x="1025" y="2148"/>
                </a:cubicBezTo>
                <a:cubicBezTo>
                  <a:pt x="1025" y="2007"/>
                  <a:pt x="1139" y="1893"/>
                  <a:pt x="1280" y="1893"/>
                </a:cubicBezTo>
                <a:cubicBezTo>
                  <a:pt x="1422" y="1893"/>
                  <a:pt x="1536" y="2007"/>
                  <a:pt x="1536" y="2148"/>
                </a:cubicBezTo>
                <a:cubicBezTo>
                  <a:pt x="1536" y="2289"/>
                  <a:pt x="1422" y="2403"/>
                  <a:pt x="1280" y="2403"/>
                </a:cubicBezTo>
                <a:close/>
                <a:moveTo>
                  <a:pt x="1485" y="1654"/>
                </a:moveTo>
                <a:cubicBezTo>
                  <a:pt x="1344" y="1654"/>
                  <a:pt x="1229" y="1540"/>
                  <a:pt x="1229" y="1399"/>
                </a:cubicBezTo>
                <a:cubicBezTo>
                  <a:pt x="1229" y="1258"/>
                  <a:pt x="1344" y="1144"/>
                  <a:pt x="1485" y="1144"/>
                </a:cubicBezTo>
                <a:cubicBezTo>
                  <a:pt x="1626" y="1144"/>
                  <a:pt x="1740" y="1258"/>
                  <a:pt x="1740" y="1399"/>
                </a:cubicBezTo>
                <a:cubicBezTo>
                  <a:pt x="1740" y="1540"/>
                  <a:pt x="1626" y="1654"/>
                  <a:pt x="1485" y="1654"/>
                </a:cubicBezTo>
                <a:close/>
                <a:moveTo>
                  <a:pt x="2461" y="1745"/>
                </a:moveTo>
                <a:cubicBezTo>
                  <a:pt x="2461" y="1743"/>
                  <a:pt x="2462" y="1741"/>
                  <a:pt x="2462" y="1739"/>
                </a:cubicBezTo>
                <a:cubicBezTo>
                  <a:pt x="2447" y="1728"/>
                  <a:pt x="2443" y="1728"/>
                  <a:pt x="2461" y="1745"/>
                </a:cubicBezTo>
                <a:close/>
                <a:moveTo>
                  <a:pt x="2722" y="1927"/>
                </a:moveTo>
                <a:cubicBezTo>
                  <a:pt x="3107" y="1768"/>
                  <a:pt x="3970" y="236"/>
                  <a:pt x="3970" y="236"/>
                </a:cubicBezTo>
                <a:cubicBezTo>
                  <a:pt x="3891" y="168"/>
                  <a:pt x="3891" y="168"/>
                  <a:pt x="3891" y="168"/>
                </a:cubicBezTo>
                <a:cubicBezTo>
                  <a:pt x="3891" y="168"/>
                  <a:pt x="2597" y="1292"/>
                  <a:pt x="2462" y="1739"/>
                </a:cubicBezTo>
                <a:cubicBezTo>
                  <a:pt x="2509" y="1771"/>
                  <a:pt x="2662" y="1893"/>
                  <a:pt x="2722" y="1927"/>
                </a:cubicBezTo>
                <a:close/>
                <a:moveTo>
                  <a:pt x="2063" y="1949"/>
                </a:moveTo>
                <a:cubicBezTo>
                  <a:pt x="1871" y="2097"/>
                  <a:pt x="1927" y="2539"/>
                  <a:pt x="1825" y="2698"/>
                </a:cubicBezTo>
                <a:cubicBezTo>
                  <a:pt x="2041" y="2539"/>
                  <a:pt x="2358" y="2585"/>
                  <a:pt x="2529" y="2301"/>
                </a:cubicBezTo>
                <a:cubicBezTo>
                  <a:pt x="2585" y="2142"/>
                  <a:pt x="2483" y="1745"/>
                  <a:pt x="2063" y="1949"/>
                </a:cubicBezTo>
                <a:close/>
              </a:path>
            </a:pathLst>
          </a:custGeom>
          <a:solidFill>
            <a:srgbClr val="FEFFFF"/>
          </a:solidFill>
          <a:ln>
            <a:noFill/>
          </a:ln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9pPr>
          </a:lstStyle>
          <a:p>
            <a:endParaRPr lang="zh-CN" altLang="en-US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KSO_Shape"/>
          <p:cNvSpPr/>
          <p:nvPr/>
        </p:nvSpPr>
        <p:spPr bwMode="auto">
          <a:xfrm>
            <a:off x="4370905" y="2742530"/>
            <a:ext cx="972264" cy="758366"/>
          </a:xfrm>
          <a:custGeom>
            <a:avLst/>
            <a:gdLst/>
            <a:ahLst/>
            <a:cxnLst/>
            <a:rect l="0" t="0" r="r" b="b"/>
            <a:pathLst>
              <a:path w="1978026" h="1543050">
                <a:moveTo>
                  <a:pt x="617079" y="488950"/>
                </a:moveTo>
                <a:lnTo>
                  <a:pt x="622366" y="496097"/>
                </a:lnTo>
                <a:lnTo>
                  <a:pt x="627653" y="502980"/>
                </a:lnTo>
                <a:lnTo>
                  <a:pt x="633468" y="509598"/>
                </a:lnTo>
                <a:lnTo>
                  <a:pt x="639548" y="515422"/>
                </a:lnTo>
                <a:lnTo>
                  <a:pt x="646157" y="521246"/>
                </a:lnTo>
                <a:lnTo>
                  <a:pt x="653030" y="526540"/>
                </a:lnTo>
                <a:lnTo>
                  <a:pt x="660431" y="531569"/>
                </a:lnTo>
                <a:lnTo>
                  <a:pt x="667833" y="536070"/>
                </a:lnTo>
                <a:lnTo>
                  <a:pt x="675763" y="540040"/>
                </a:lnTo>
                <a:lnTo>
                  <a:pt x="683694" y="543482"/>
                </a:lnTo>
                <a:lnTo>
                  <a:pt x="691888" y="546394"/>
                </a:lnTo>
                <a:lnTo>
                  <a:pt x="700612" y="549041"/>
                </a:lnTo>
                <a:lnTo>
                  <a:pt x="709071" y="551158"/>
                </a:lnTo>
                <a:lnTo>
                  <a:pt x="718059" y="552482"/>
                </a:lnTo>
                <a:lnTo>
                  <a:pt x="727311" y="553541"/>
                </a:lnTo>
                <a:lnTo>
                  <a:pt x="736563" y="553806"/>
                </a:lnTo>
                <a:lnTo>
                  <a:pt x="745815" y="553541"/>
                </a:lnTo>
                <a:lnTo>
                  <a:pt x="755067" y="552482"/>
                </a:lnTo>
                <a:lnTo>
                  <a:pt x="764055" y="551158"/>
                </a:lnTo>
                <a:lnTo>
                  <a:pt x="772778" y="549041"/>
                </a:lnTo>
                <a:lnTo>
                  <a:pt x="781237" y="546394"/>
                </a:lnTo>
                <a:lnTo>
                  <a:pt x="789432" y="543482"/>
                </a:lnTo>
                <a:lnTo>
                  <a:pt x="797626" y="540040"/>
                </a:lnTo>
                <a:lnTo>
                  <a:pt x="805292" y="536070"/>
                </a:lnTo>
                <a:lnTo>
                  <a:pt x="812958" y="531569"/>
                </a:lnTo>
                <a:lnTo>
                  <a:pt x="820096" y="526540"/>
                </a:lnTo>
                <a:lnTo>
                  <a:pt x="826969" y="521246"/>
                </a:lnTo>
                <a:lnTo>
                  <a:pt x="833577" y="515422"/>
                </a:lnTo>
                <a:lnTo>
                  <a:pt x="839657" y="509598"/>
                </a:lnTo>
                <a:lnTo>
                  <a:pt x="845473" y="502980"/>
                </a:lnTo>
                <a:lnTo>
                  <a:pt x="851024" y="496097"/>
                </a:lnTo>
                <a:lnTo>
                  <a:pt x="855782" y="488950"/>
                </a:lnTo>
                <a:lnTo>
                  <a:pt x="861598" y="497156"/>
                </a:lnTo>
                <a:lnTo>
                  <a:pt x="867678" y="504568"/>
                </a:lnTo>
                <a:lnTo>
                  <a:pt x="874286" y="511716"/>
                </a:lnTo>
                <a:lnTo>
                  <a:pt x="881424" y="518334"/>
                </a:lnTo>
                <a:lnTo>
                  <a:pt x="889090" y="524422"/>
                </a:lnTo>
                <a:lnTo>
                  <a:pt x="897020" y="529981"/>
                </a:lnTo>
                <a:lnTo>
                  <a:pt x="905215" y="535275"/>
                </a:lnTo>
                <a:lnTo>
                  <a:pt x="914202" y="539776"/>
                </a:lnTo>
                <a:lnTo>
                  <a:pt x="911823" y="549570"/>
                </a:lnTo>
                <a:lnTo>
                  <a:pt x="910502" y="560159"/>
                </a:lnTo>
                <a:lnTo>
                  <a:pt x="909180" y="570483"/>
                </a:lnTo>
                <a:lnTo>
                  <a:pt x="908915" y="581071"/>
                </a:lnTo>
                <a:lnTo>
                  <a:pt x="909180" y="590072"/>
                </a:lnTo>
                <a:lnTo>
                  <a:pt x="909973" y="599337"/>
                </a:lnTo>
                <a:lnTo>
                  <a:pt x="911030" y="608337"/>
                </a:lnTo>
                <a:lnTo>
                  <a:pt x="912616" y="617073"/>
                </a:lnTo>
                <a:lnTo>
                  <a:pt x="914731" y="625808"/>
                </a:lnTo>
                <a:lnTo>
                  <a:pt x="917110" y="634015"/>
                </a:lnTo>
                <a:lnTo>
                  <a:pt x="920018" y="642486"/>
                </a:lnTo>
                <a:lnTo>
                  <a:pt x="923190" y="650692"/>
                </a:lnTo>
                <a:lnTo>
                  <a:pt x="926627" y="658369"/>
                </a:lnTo>
                <a:lnTo>
                  <a:pt x="930592" y="666310"/>
                </a:lnTo>
                <a:lnTo>
                  <a:pt x="935086" y="673722"/>
                </a:lnTo>
                <a:lnTo>
                  <a:pt x="939579" y="680869"/>
                </a:lnTo>
                <a:lnTo>
                  <a:pt x="944602" y="688017"/>
                </a:lnTo>
                <a:lnTo>
                  <a:pt x="949625" y="694635"/>
                </a:lnTo>
                <a:lnTo>
                  <a:pt x="955440" y="701253"/>
                </a:lnTo>
                <a:lnTo>
                  <a:pt x="961256" y="707341"/>
                </a:lnTo>
                <a:lnTo>
                  <a:pt x="967600" y="713429"/>
                </a:lnTo>
                <a:lnTo>
                  <a:pt x="973945" y="718724"/>
                </a:lnTo>
                <a:lnTo>
                  <a:pt x="980818" y="724018"/>
                </a:lnTo>
                <a:lnTo>
                  <a:pt x="987690" y="729312"/>
                </a:lnTo>
                <a:lnTo>
                  <a:pt x="995092" y="733813"/>
                </a:lnTo>
                <a:lnTo>
                  <a:pt x="1002494" y="738048"/>
                </a:lnTo>
                <a:lnTo>
                  <a:pt x="1010160" y="742019"/>
                </a:lnTo>
                <a:lnTo>
                  <a:pt x="1018090" y="745460"/>
                </a:lnTo>
                <a:lnTo>
                  <a:pt x="1026285" y="748901"/>
                </a:lnTo>
                <a:lnTo>
                  <a:pt x="1034215" y="751549"/>
                </a:lnTo>
                <a:lnTo>
                  <a:pt x="1042939" y="754196"/>
                </a:lnTo>
                <a:lnTo>
                  <a:pt x="1051398" y="756049"/>
                </a:lnTo>
                <a:lnTo>
                  <a:pt x="1060385" y="757637"/>
                </a:lnTo>
                <a:lnTo>
                  <a:pt x="1069109" y="758696"/>
                </a:lnTo>
                <a:lnTo>
                  <a:pt x="1078096" y="759225"/>
                </a:lnTo>
                <a:lnTo>
                  <a:pt x="1087348" y="759490"/>
                </a:lnTo>
                <a:lnTo>
                  <a:pt x="1281113" y="759490"/>
                </a:lnTo>
                <a:lnTo>
                  <a:pt x="1280056" y="772196"/>
                </a:lnTo>
                <a:lnTo>
                  <a:pt x="1278205" y="785697"/>
                </a:lnTo>
                <a:lnTo>
                  <a:pt x="1276355" y="799727"/>
                </a:lnTo>
                <a:lnTo>
                  <a:pt x="1273447" y="814551"/>
                </a:lnTo>
                <a:lnTo>
                  <a:pt x="1270011" y="829905"/>
                </a:lnTo>
                <a:lnTo>
                  <a:pt x="1267632" y="837317"/>
                </a:lnTo>
                <a:lnTo>
                  <a:pt x="1265252" y="845258"/>
                </a:lnTo>
                <a:lnTo>
                  <a:pt x="1262873" y="852935"/>
                </a:lnTo>
                <a:lnTo>
                  <a:pt x="1259966" y="861141"/>
                </a:lnTo>
                <a:lnTo>
                  <a:pt x="1257322" y="868818"/>
                </a:lnTo>
                <a:lnTo>
                  <a:pt x="1254150" y="877024"/>
                </a:lnTo>
                <a:lnTo>
                  <a:pt x="1250449" y="884701"/>
                </a:lnTo>
                <a:lnTo>
                  <a:pt x="1246748" y="892642"/>
                </a:lnTo>
                <a:lnTo>
                  <a:pt x="1243048" y="900849"/>
                </a:lnTo>
                <a:lnTo>
                  <a:pt x="1238818" y="908525"/>
                </a:lnTo>
                <a:lnTo>
                  <a:pt x="1234060" y="916467"/>
                </a:lnTo>
                <a:lnTo>
                  <a:pt x="1229566" y="924144"/>
                </a:lnTo>
                <a:lnTo>
                  <a:pt x="1224279" y="931820"/>
                </a:lnTo>
                <a:lnTo>
                  <a:pt x="1218728" y="939497"/>
                </a:lnTo>
                <a:lnTo>
                  <a:pt x="1212912" y="946909"/>
                </a:lnTo>
                <a:lnTo>
                  <a:pt x="1207097" y="954321"/>
                </a:lnTo>
                <a:lnTo>
                  <a:pt x="1200488" y="961469"/>
                </a:lnTo>
                <a:lnTo>
                  <a:pt x="1193615" y="968616"/>
                </a:lnTo>
                <a:lnTo>
                  <a:pt x="1186478" y="975499"/>
                </a:lnTo>
                <a:lnTo>
                  <a:pt x="1179076" y="982381"/>
                </a:lnTo>
                <a:lnTo>
                  <a:pt x="1171146" y="988999"/>
                </a:lnTo>
                <a:lnTo>
                  <a:pt x="1162687" y="995352"/>
                </a:lnTo>
                <a:lnTo>
                  <a:pt x="1266574" y="1543050"/>
                </a:lnTo>
                <a:lnTo>
                  <a:pt x="417763" y="1543050"/>
                </a:lnTo>
                <a:lnTo>
                  <a:pt x="521122" y="995352"/>
                </a:lnTo>
                <a:lnTo>
                  <a:pt x="514513" y="990323"/>
                </a:lnTo>
                <a:lnTo>
                  <a:pt x="508433" y="985558"/>
                </a:lnTo>
                <a:lnTo>
                  <a:pt x="502353" y="980263"/>
                </a:lnTo>
                <a:lnTo>
                  <a:pt x="496538" y="974704"/>
                </a:lnTo>
                <a:lnTo>
                  <a:pt x="491251" y="969675"/>
                </a:lnTo>
                <a:lnTo>
                  <a:pt x="485700" y="964116"/>
                </a:lnTo>
                <a:lnTo>
                  <a:pt x="480677" y="958557"/>
                </a:lnTo>
                <a:lnTo>
                  <a:pt x="475919" y="952733"/>
                </a:lnTo>
                <a:lnTo>
                  <a:pt x="470896" y="946909"/>
                </a:lnTo>
                <a:lnTo>
                  <a:pt x="466667" y="941085"/>
                </a:lnTo>
                <a:lnTo>
                  <a:pt x="462173" y="935526"/>
                </a:lnTo>
                <a:lnTo>
                  <a:pt x="457943" y="929438"/>
                </a:lnTo>
                <a:lnTo>
                  <a:pt x="454242" y="923614"/>
                </a:lnTo>
                <a:lnTo>
                  <a:pt x="450542" y="917526"/>
                </a:lnTo>
                <a:lnTo>
                  <a:pt x="443404" y="905349"/>
                </a:lnTo>
                <a:lnTo>
                  <a:pt x="437060" y="892907"/>
                </a:lnTo>
                <a:lnTo>
                  <a:pt x="431509" y="880730"/>
                </a:lnTo>
                <a:lnTo>
                  <a:pt x="426486" y="868288"/>
                </a:lnTo>
                <a:lnTo>
                  <a:pt x="421992" y="855847"/>
                </a:lnTo>
                <a:lnTo>
                  <a:pt x="418027" y="843670"/>
                </a:lnTo>
                <a:lnTo>
                  <a:pt x="414591" y="832022"/>
                </a:lnTo>
                <a:lnTo>
                  <a:pt x="411683" y="820110"/>
                </a:lnTo>
                <a:lnTo>
                  <a:pt x="409568" y="808463"/>
                </a:lnTo>
                <a:lnTo>
                  <a:pt x="407454" y="797080"/>
                </a:lnTo>
                <a:lnTo>
                  <a:pt x="405603" y="786226"/>
                </a:lnTo>
                <a:lnTo>
                  <a:pt x="404281" y="775638"/>
                </a:lnTo>
                <a:lnTo>
                  <a:pt x="403488" y="765314"/>
                </a:lnTo>
                <a:lnTo>
                  <a:pt x="402431" y="755784"/>
                </a:lnTo>
                <a:lnTo>
                  <a:pt x="401902" y="746784"/>
                </a:lnTo>
                <a:lnTo>
                  <a:pt x="401638" y="730901"/>
                </a:lnTo>
                <a:lnTo>
                  <a:pt x="401638" y="717665"/>
                </a:lnTo>
                <a:lnTo>
                  <a:pt x="402167" y="707606"/>
                </a:lnTo>
                <a:lnTo>
                  <a:pt x="402695" y="699135"/>
                </a:lnTo>
                <a:lnTo>
                  <a:pt x="402695" y="517275"/>
                </a:lnTo>
                <a:lnTo>
                  <a:pt x="407718" y="521246"/>
                </a:lnTo>
                <a:lnTo>
                  <a:pt x="412740" y="525481"/>
                </a:lnTo>
                <a:lnTo>
                  <a:pt x="417763" y="529187"/>
                </a:lnTo>
                <a:lnTo>
                  <a:pt x="423314" y="532628"/>
                </a:lnTo>
                <a:lnTo>
                  <a:pt x="428865" y="535805"/>
                </a:lnTo>
                <a:lnTo>
                  <a:pt x="434417" y="538717"/>
                </a:lnTo>
                <a:lnTo>
                  <a:pt x="439968" y="541629"/>
                </a:lnTo>
                <a:lnTo>
                  <a:pt x="446048" y="544276"/>
                </a:lnTo>
                <a:lnTo>
                  <a:pt x="452128" y="546129"/>
                </a:lnTo>
                <a:lnTo>
                  <a:pt x="458208" y="548247"/>
                </a:lnTo>
                <a:lnTo>
                  <a:pt x="464552" y="549835"/>
                </a:lnTo>
                <a:lnTo>
                  <a:pt x="471161" y="551423"/>
                </a:lnTo>
                <a:lnTo>
                  <a:pt x="477505" y="552217"/>
                </a:lnTo>
                <a:lnTo>
                  <a:pt x="484113" y="553011"/>
                </a:lnTo>
                <a:lnTo>
                  <a:pt x="490986" y="553806"/>
                </a:lnTo>
                <a:lnTo>
                  <a:pt x="497859" y="553806"/>
                </a:lnTo>
                <a:lnTo>
                  <a:pt x="507111" y="553541"/>
                </a:lnTo>
                <a:lnTo>
                  <a:pt x="516363" y="552482"/>
                </a:lnTo>
                <a:lnTo>
                  <a:pt x="525351" y="551158"/>
                </a:lnTo>
                <a:lnTo>
                  <a:pt x="533810" y="549041"/>
                </a:lnTo>
                <a:lnTo>
                  <a:pt x="542534" y="546394"/>
                </a:lnTo>
                <a:lnTo>
                  <a:pt x="550728" y="543482"/>
                </a:lnTo>
                <a:lnTo>
                  <a:pt x="558659" y="540040"/>
                </a:lnTo>
                <a:lnTo>
                  <a:pt x="566589" y="536070"/>
                </a:lnTo>
                <a:lnTo>
                  <a:pt x="573991" y="531569"/>
                </a:lnTo>
                <a:lnTo>
                  <a:pt x="581392" y="526540"/>
                </a:lnTo>
                <a:lnTo>
                  <a:pt x="588265" y="521246"/>
                </a:lnTo>
                <a:lnTo>
                  <a:pt x="594874" y="515422"/>
                </a:lnTo>
                <a:lnTo>
                  <a:pt x="600954" y="509598"/>
                </a:lnTo>
                <a:lnTo>
                  <a:pt x="606769" y="502980"/>
                </a:lnTo>
                <a:lnTo>
                  <a:pt x="612056" y="496097"/>
                </a:lnTo>
                <a:lnTo>
                  <a:pt x="617079" y="488950"/>
                </a:lnTo>
                <a:close/>
                <a:moveTo>
                  <a:pt x="1087362" y="449263"/>
                </a:moveTo>
                <a:lnTo>
                  <a:pt x="1284628" y="449263"/>
                </a:lnTo>
                <a:lnTo>
                  <a:pt x="1291239" y="449528"/>
                </a:lnTo>
                <a:lnTo>
                  <a:pt x="1298378" y="449793"/>
                </a:lnTo>
                <a:lnTo>
                  <a:pt x="1304725" y="450852"/>
                </a:lnTo>
                <a:lnTo>
                  <a:pt x="1311335" y="451912"/>
                </a:lnTo>
                <a:lnTo>
                  <a:pt x="1317682" y="453766"/>
                </a:lnTo>
                <a:lnTo>
                  <a:pt x="1323764" y="455355"/>
                </a:lnTo>
                <a:lnTo>
                  <a:pt x="1329846" y="457473"/>
                </a:lnTo>
                <a:lnTo>
                  <a:pt x="1335927" y="459857"/>
                </a:lnTo>
                <a:lnTo>
                  <a:pt x="1341745" y="462241"/>
                </a:lnTo>
                <a:lnTo>
                  <a:pt x="1347298" y="465154"/>
                </a:lnTo>
                <a:lnTo>
                  <a:pt x="1352851" y="468332"/>
                </a:lnTo>
                <a:lnTo>
                  <a:pt x="1358140" y="472040"/>
                </a:lnTo>
                <a:lnTo>
                  <a:pt x="1363164" y="475748"/>
                </a:lnTo>
                <a:lnTo>
                  <a:pt x="1368452" y="479456"/>
                </a:lnTo>
                <a:lnTo>
                  <a:pt x="1373212" y="483694"/>
                </a:lnTo>
                <a:lnTo>
                  <a:pt x="1377708" y="488196"/>
                </a:lnTo>
                <a:lnTo>
                  <a:pt x="1381938" y="492698"/>
                </a:lnTo>
                <a:lnTo>
                  <a:pt x="1386169" y="497466"/>
                </a:lnTo>
                <a:lnTo>
                  <a:pt x="1390136" y="502233"/>
                </a:lnTo>
                <a:lnTo>
                  <a:pt x="1393573" y="507530"/>
                </a:lnTo>
                <a:lnTo>
                  <a:pt x="1397011" y="513092"/>
                </a:lnTo>
                <a:lnTo>
                  <a:pt x="1400184" y="518389"/>
                </a:lnTo>
                <a:lnTo>
                  <a:pt x="1403093" y="523951"/>
                </a:lnTo>
                <a:lnTo>
                  <a:pt x="1406002" y="530042"/>
                </a:lnTo>
                <a:lnTo>
                  <a:pt x="1408382" y="535869"/>
                </a:lnTo>
                <a:lnTo>
                  <a:pt x="1410233" y="541960"/>
                </a:lnTo>
                <a:lnTo>
                  <a:pt x="1412084" y="548317"/>
                </a:lnTo>
                <a:lnTo>
                  <a:pt x="1413406" y="554673"/>
                </a:lnTo>
                <a:lnTo>
                  <a:pt x="1414728" y="561030"/>
                </a:lnTo>
                <a:lnTo>
                  <a:pt x="1415521" y="567651"/>
                </a:lnTo>
                <a:lnTo>
                  <a:pt x="1416050" y="574272"/>
                </a:lnTo>
                <a:lnTo>
                  <a:pt x="1416050" y="581158"/>
                </a:lnTo>
                <a:lnTo>
                  <a:pt x="1416050" y="588044"/>
                </a:lnTo>
                <a:lnTo>
                  <a:pt x="1415521" y="594665"/>
                </a:lnTo>
                <a:lnTo>
                  <a:pt x="1414728" y="601287"/>
                </a:lnTo>
                <a:lnTo>
                  <a:pt x="1413406" y="607643"/>
                </a:lnTo>
                <a:lnTo>
                  <a:pt x="1412084" y="613999"/>
                </a:lnTo>
                <a:lnTo>
                  <a:pt x="1410233" y="620356"/>
                </a:lnTo>
                <a:lnTo>
                  <a:pt x="1408382" y="626447"/>
                </a:lnTo>
                <a:lnTo>
                  <a:pt x="1406002" y="632539"/>
                </a:lnTo>
                <a:lnTo>
                  <a:pt x="1403093" y="638365"/>
                </a:lnTo>
                <a:lnTo>
                  <a:pt x="1400184" y="643662"/>
                </a:lnTo>
                <a:lnTo>
                  <a:pt x="1397011" y="649489"/>
                </a:lnTo>
                <a:lnTo>
                  <a:pt x="1393573" y="654786"/>
                </a:lnTo>
                <a:lnTo>
                  <a:pt x="1390136" y="660083"/>
                </a:lnTo>
                <a:lnTo>
                  <a:pt x="1386169" y="664850"/>
                </a:lnTo>
                <a:lnTo>
                  <a:pt x="1381938" y="669883"/>
                </a:lnTo>
                <a:lnTo>
                  <a:pt x="1377708" y="674120"/>
                </a:lnTo>
                <a:lnTo>
                  <a:pt x="1373212" y="678887"/>
                </a:lnTo>
                <a:lnTo>
                  <a:pt x="1368452" y="682860"/>
                </a:lnTo>
                <a:lnTo>
                  <a:pt x="1363164" y="686568"/>
                </a:lnTo>
                <a:lnTo>
                  <a:pt x="1358140" y="690276"/>
                </a:lnTo>
                <a:lnTo>
                  <a:pt x="1352851" y="693719"/>
                </a:lnTo>
                <a:lnTo>
                  <a:pt x="1347298" y="696897"/>
                </a:lnTo>
                <a:lnTo>
                  <a:pt x="1341745" y="699811"/>
                </a:lnTo>
                <a:lnTo>
                  <a:pt x="1335927" y="702459"/>
                </a:lnTo>
                <a:lnTo>
                  <a:pt x="1329846" y="704843"/>
                </a:lnTo>
                <a:lnTo>
                  <a:pt x="1323764" y="706961"/>
                </a:lnTo>
                <a:lnTo>
                  <a:pt x="1317682" y="708815"/>
                </a:lnTo>
                <a:lnTo>
                  <a:pt x="1311335" y="710404"/>
                </a:lnTo>
                <a:lnTo>
                  <a:pt x="1304725" y="711464"/>
                </a:lnTo>
                <a:lnTo>
                  <a:pt x="1298378" y="712258"/>
                </a:lnTo>
                <a:lnTo>
                  <a:pt x="1291239" y="712523"/>
                </a:lnTo>
                <a:lnTo>
                  <a:pt x="1284628" y="712788"/>
                </a:lnTo>
                <a:lnTo>
                  <a:pt x="1087362" y="712788"/>
                </a:lnTo>
                <a:lnTo>
                  <a:pt x="1080487" y="712523"/>
                </a:lnTo>
                <a:lnTo>
                  <a:pt x="1073876" y="712258"/>
                </a:lnTo>
                <a:lnTo>
                  <a:pt x="1067530" y="711464"/>
                </a:lnTo>
                <a:lnTo>
                  <a:pt x="1060919" y="710404"/>
                </a:lnTo>
                <a:lnTo>
                  <a:pt x="1054572" y="708815"/>
                </a:lnTo>
                <a:lnTo>
                  <a:pt x="1048491" y="706961"/>
                </a:lnTo>
                <a:lnTo>
                  <a:pt x="1042144" y="704843"/>
                </a:lnTo>
                <a:lnTo>
                  <a:pt x="1036327" y="702459"/>
                </a:lnTo>
                <a:lnTo>
                  <a:pt x="1030509" y="699811"/>
                </a:lnTo>
                <a:lnTo>
                  <a:pt x="1024692" y="696897"/>
                </a:lnTo>
                <a:lnTo>
                  <a:pt x="1019403" y="693719"/>
                </a:lnTo>
                <a:lnTo>
                  <a:pt x="1013850" y="690276"/>
                </a:lnTo>
                <a:lnTo>
                  <a:pt x="1008561" y="686568"/>
                </a:lnTo>
                <a:lnTo>
                  <a:pt x="1003802" y="682860"/>
                </a:lnTo>
                <a:lnTo>
                  <a:pt x="999042" y="678887"/>
                </a:lnTo>
                <a:lnTo>
                  <a:pt x="994547" y="674120"/>
                </a:lnTo>
                <a:lnTo>
                  <a:pt x="990051" y="669883"/>
                </a:lnTo>
                <a:lnTo>
                  <a:pt x="986085" y="664850"/>
                </a:lnTo>
                <a:lnTo>
                  <a:pt x="982118" y="660083"/>
                </a:lnTo>
                <a:lnTo>
                  <a:pt x="978152" y="654786"/>
                </a:lnTo>
                <a:lnTo>
                  <a:pt x="974714" y="649489"/>
                </a:lnTo>
                <a:lnTo>
                  <a:pt x="971541" y="643662"/>
                </a:lnTo>
                <a:lnTo>
                  <a:pt x="968632" y="638365"/>
                </a:lnTo>
                <a:lnTo>
                  <a:pt x="966252" y="632539"/>
                </a:lnTo>
                <a:lnTo>
                  <a:pt x="963872" y="626447"/>
                </a:lnTo>
                <a:lnTo>
                  <a:pt x="961757" y="620356"/>
                </a:lnTo>
                <a:lnTo>
                  <a:pt x="960170" y="613999"/>
                </a:lnTo>
                <a:lnTo>
                  <a:pt x="958584" y="607643"/>
                </a:lnTo>
                <a:lnTo>
                  <a:pt x="957526" y="601287"/>
                </a:lnTo>
                <a:lnTo>
                  <a:pt x="956468" y="594665"/>
                </a:lnTo>
                <a:lnTo>
                  <a:pt x="955940" y="588044"/>
                </a:lnTo>
                <a:lnTo>
                  <a:pt x="955675" y="581158"/>
                </a:lnTo>
                <a:lnTo>
                  <a:pt x="955940" y="574272"/>
                </a:lnTo>
                <a:lnTo>
                  <a:pt x="956468" y="567651"/>
                </a:lnTo>
                <a:lnTo>
                  <a:pt x="957526" y="561030"/>
                </a:lnTo>
                <a:lnTo>
                  <a:pt x="958584" y="554673"/>
                </a:lnTo>
                <a:lnTo>
                  <a:pt x="960170" y="548317"/>
                </a:lnTo>
                <a:lnTo>
                  <a:pt x="961757" y="541960"/>
                </a:lnTo>
                <a:lnTo>
                  <a:pt x="963872" y="535869"/>
                </a:lnTo>
                <a:lnTo>
                  <a:pt x="966252" y="530042"/>
                </a:lnTo>
                <a:lnTo>
                  <a:pt x="968632" y="523951"/>
                </a:lnTo>
                <a:lnTo>
                  <a:pt x="971541" y="518389"/>
                </a:lnTo>
                <a:lnTo>
                  <a:pt x="974714" y="513092"/>
                </a:lnTo>
                <a:lnTo>
                  <a:pt x="978152" y="507530"/>
                </a:lnTo>
                <a:lnTo>
                  <a:pt x="982118" y="502233"/>
                </a:lnTo>
                <a:lnTo>
                  <a:pt x="986085" y="497466"/>
                </a:lnTo>
                <a:lnTo>
                  <a:pt x="990051" y="492698"/>
                </a:lnTo>
                <a:lnTo>
                  <a:pt x="994547" y="488196"/>
                </a:lnTo>
                <a:lnTo>
                  <a:pt x="999042" y="483694"/>
                </a:lnTo>
                <a:lnTo>
                  <a:pt x="1003802" y="479456"/>
                </a:lnTo>
                <a:lnTo>
                  <a:pt x="1008561" y="475748"/>
                </a:lnTo>
                <a:lnTo>
                  <a:pt x="1013850" y="472040"/>
                </a:lnTo>
                <a:lnTo>
                  <a:pt x="1019403" y="468332"/>
                </a:lnTo>
                <a:lnTo>
                  <a:pt x="1024692" y="465154"/>
                </a:lnTo>
                <a:lnTo>
                  <a:pt x="1030509" y="462241"/>
                </a:lnTo>
                <a:lnTo>
                  <a:pt x="1036327" y="459857"/>
                </a:lnTo>
                <a:lnTo>
                  <a:pt x="1042144" y="457473"/>
                </a:lnTo>
                <a:lnTo>
                  <a:pt x="1048491" y="455355"/>
                </a:lnTo>
                <a:lnTo>
                  <a:pt x="1054572" y="453766"/>
                </a:lnTo>
                <a:lnTo>
                  <a:pt x="1060919" y="451912"/>
                </a:lnTo>
                <a:lnTo>
                  <a:pt x="1067530" y="450852"/>
                </a:lnTo>
                <a:lnTo>
                  <a:pt x="1073876" y="449793"/>
                </a:lnTo>
                <a:lnTo>
                  <a:pt x="1080487" y="449528"/>
                </a:lnTo>
                <a:lnTo>
                  <a:pt x="1087362" y="449263"/>
                </a:lnTo>
                <a:close/>
                <a:moveTo>
                  <a:pt x="1514740" y="425450"/>
                </a:moveTo>
                <a:lnTo>
                  <a:pt x="1519238" y="425450"/>
                </a:lnTo>
                <a:lnTo>
                  <a:pt x="1525058" y="425450"/>
                </a:lnTo>
                <a:lnTo>
                  <a:pt x="1532467" y="425981"/>
                </a:lnTo>
                <a:lnTo>
                  <a:pt x="1541727" y="426779"/>
                </a:lnTo>
                <a:lnTo>
                  <a:pt x="1552575" y="428107"/>
                </a:lnTo>
                <a:lnTo>
                  <a:pt x="1564217" y="429968"/>
                </a:lnTo>
                <a:lnTo>
                  <a:pt x="1577182" y="432625"/>
                </a:lnTo>
                <a:lnTo>
                  <a:pt x="1590675" y="435814"/>
                </a:lnTo>
                <a:lnTo>
                  <a:pt x="1597554" y="437940"/>
                </a:lnTo>
                <a:lnTo>
                  <a:pt x="1604434" y="439801"/>
                </a:lnTo>
                <a:lnTo>
                  <a:pt x="1611842" y="442458"/>
                </a:lnTo>
                <a:lnTo>
                  <a:pt x="1618986" y="445116"/>
                </a:lnTo>
                <a:lnTo>
                  <a:pt x="1625865" y="448305"/>
                </a:lnTo>
                <a:lnTo>
                  <a:pt x="1633009" y="451494"/>
                </a:lnTo>
                <a:lnTo>
                  <a:pt x="1640417" y="454949"/>
                </a:lnTo>
                <a:lnTo>
                  <a:pt x="1647296" y="458670"/>
                </a:lnTo>
                <a:lnTo>
                  <a:pt x="1654175" y="463188"/>
                </a:lnTo>
                <a:lnTo>
                  <a:pt x="1661055" y="467706"/>
                </a:lnTo>
                <a:lnTo>
                  <a:pt x="1667934" y="472489"/>
                </a:lnTo>
                <a:lnTo>
                  <a:pt x="1674284" y="477804"/>
                </a:lnTo>
                <a:lnTo>
                  <a:pt x="1680634" y="483385"/>
                </a:lnTo>
                <a:lnTo>
                  <a:pt x="1686190" y="489498"/>
                </a:lnTo>
                <a:lnTo>
                  <a:pt x="1692011" y="495610"/>
                </a:lnTo>
                <a:lnTo>
                  <a:pt x="1697303" y="502254"/>
                </a:lnTo>
                <a:lnTo>
                  <a:pt x="1702330" y="508898"/>
                </a:lnTo>
                <a:lnTo>
                  <a:pt x="1706828" y="516073"/>
                </a:lnTo>
                <a:lnTo>
                  <a:pt x="1710796" y="523249"/>
                </a:lnTo>
                <a:lnTo>
                  <a:pt x="1714501" y="530158"/>
                </a:lnTo>
                <a:lnTo>
                  <a:pt x="1718205" y="537334"/>
                </a:lnTo>
                <a:lnTo>
                  <a:pt x="1721380" y="545041"/>
                </a:lnTo>
                <a:lnTo>
                  <a:pt x="1724290" y="552216"/>
                </a:lnTo>
                <a:lnTo>
                  <a:pt x="1726671" y="559392"/>
                </a:lnTo>
                <a:lnTo>
                  <a:pt x="1729053" y="566833"/>
                </a:lnTo>
                <a:lnTo>
                  <a:pt x="1731169" y="574274"/>
                </a:lnTo>
                <a:lnTo>
                  <a:pt x="1733021" y="581184"/>
                </a:lnTo>
                <a:lnTo>
                  <a:pt x="1734609" y="588625"/>
                </a:lnTo>
                <a:lnTo>
                  <a:pt x="1737255" y="602179"/>
                </a:lnTo>
                <a:lnTo>
                  <a:pt x="1739107" y="615201"/>
                </a:lnTo>
                <a:lnTo>
                  <a:pt x="1740430" y="627160"/>
                </a:lnTo>
                <a:lnTo>
                  <a:pt x="1740959" y="637790"/>
                </a:lnTo>
                <a:lnTo>
                  <a:pt x="1741224" y="647092"/>
                </a:lnTo>
                <a:lnTo>
                  <a:pt x="1741488" y="654799"/>
                </a:lnTo>
                <a:lnTo>
                  <a:pt x="1741224" y="660645"/>
                </a:lnTo>
                <a:lnTo>
                  <a:pt x="1741224" y="665163"/>
                </a:lnTo>
                <a:lnTo>
                  <a:pt x="1736196" y="665163"/>
                </a:lnTo>
                <a:lnTo>
                  <a:pt x="1730640" y="665163"/>
                </a:lnTo>
                <a:lnTo>
                  <a:pt x="1722967" y="664632"/>
                </a:lnTo>
                <a:lnTo>
                  <a:pt x="1713707" y="663834"/>
                </a:lnTo>
                <a:lnTo>
                  <a:pt x="1703123" y="662506"/>
                </a:lnTo>
                <a:lnTo>
                  <a:pt x="1691217" y="660645"/>
                </a:lnTo>
                <a:lnTo>
                  <a:pt x="1678517" y="658253"/>
                </a:lnTo>
                <a:lnTo>
                  <a:pt x="1665023" y="654799"/>
                </a:lnTo>
                <a:lnTo>
                  <a:pt x="1657880" y="652673"/>
                </a:lnTo>
                <a:lnTo>
                  <a:pt x="1651000" y="650546"/>
                </a:lnTo>
                <a:lnTo>
                  <a:pt x="1643857" y="648155"/>
                </a:lnTo>
                <a:lnTo>
                  <a:pt x="1636713" y="645497"/>
                </a:lnTo>
                <a:lnTo>
                  <a:pt x="1629569" y="642574"/>
                </a:lnTo>
                <a:lnTo>
                  <a:pt x="1622425" y="639119"/>
                </a:lnTo>
                <a:lnTo>
                  <a:pt x="1615282" y="635664"/>
                </a:lnTo>
                <a:lnTo>
                  <a:pt x="1608402" y="631678"/>
                </a:lnTo>
                <a:lnTo>
                  <a:pt x="1601259" y="627426"/>
                </a:lnTo>
                <a:lnTo>
                  <a:pt x="1594379" y="623173"/>
                </a:lnTo>
                <a:lnTo>
                  <a:pt x="1587765" y="618124"/>
                </a:lnTo>
                <a:lnTo>
                  <a:pt x="1581415" y="612809"/>
                </a:lnTo>
                <a:lnTo>
                  <a:pt x="1575065" y="607228"/>
                </a:lnTo>
                <a:lnTo>
                  <a:pt x="1568979" y="601381"/>
                </a:lnTo>
                <a:lnTo>
                  <a:pt x="1563423" y="595003"/>
                </a:lnTo>
                <a:lnTo>
                  <a:pt x="1558396" y="588359"/>
                </a:lnTo>
                <a:lnTo>
                  <a:pt x="1553369" y="581450"/>
                </a:lnTo>
                <a:lnTo>
                  <a:pt x="1548606" y="574540"/>
                </a:lnTo>
                <a:lnTo>
                  <a:pt x="1544638" y="567630"/>
                </a:lnTo>
                <a:lnTo>
                  <a:pt x="1540934" y="560455"/>
                </a:lnTo>
                <a:lnTo>
                  <a:pt x="1537494" y="553014"/>
                </a:lnTo>
                <a:lnTo>
                  <a:pt x="1534319" y="545838"/>
                </a:lnTo>
                <a:lnTo>
                  <a:pt x="1531408" y="538397"/>
                </a:lnTo>
                <a:lnTo>
                  <a:pt x="1528763" y="530956"/>
                </a:lnTo>
                <a:lnTo>
                  <a:pt x="1526381" y="523780"/>
                </a:lnTo>
                <a:lnTo>
                  <a:pt x="1524529" y="516605"/>
                </a:lnTo>
                <a:lnTo>
                  <a:pt x="1522413" y="509164"/>
                </a:lnTo>
                <a:lnTo>
                  <a:pt x="1521090" y="501988"/>
                </a:lnTo>
                <a:lnTo>
                  <a:pt x="1518444" y="488435"/>
                </a:lnTo>
                <a:lnTo>
                  <a:pt x="1516592" y="475412"/>
                </a:lnTo>
                <a:lnTo>
                  <a:pt x="1515269" y="463453"/>
                </a:lnTo>
                <a:lnTo>
                  <a:pt x="1514740" y="452557"/>
                </a:lnTo>
                <a:lnTo>
                  <a:pt x="1514475" y="443256"/>
                </a:lnTo>
                <a:lnTo>
                  <a:pt x="1514475" y="435814"/>
                </a:lnTo>
                <a:lnTo>
                  <a:pt x="1514475" y="429968"/>
                </a:lnTo>
                <a:lnTo>
                  <a:pt x="1514740" y="425450"/>
                </a:lnTo>
                <a:close/>
                <a:moveTo>
                  <a:pt x="1751277" y="388938"/>
                </a:moveTo>
                <a:lnTo>
                  <a:pt x="1756299" y="389203"/>
                </a:lnTo>
                <a:lnTo>
                  <a:pt x="1761848" y="389203"/>
                </a:lnTo>
                <a:lnTo>
                  <a:pt x="1769512" y="389734"/>
                </a:lnTo>
                <a:lnTo>
                  <a:pt x="1778498" y="390796"/>
                </a:lnTo>
                <a:lnTo>
                  <a:pt x="1789069" y="391858"/>
                </a:lnTo>
                <a:lnTo>
                  <a:pt x="1800961" y="393982"/>
                </a:lnTo>
                <a:lnTo>
                  <a:pt x="1813647" y="396105"/>
                </a:lnTo>
                <a:lnTo>
                  <a:pt x="1827389" y="399556"/>
                </a:lnTo>
                <a:lnTo>
                  <a:pt x="1834260" y="401680"/>
                </a:lnTo>
                <a:lnTo>
                  <a:pt x="1841395" y="403804"/>
                </a:lnTo>
                <a:lnTo>
                  <a:pt x="1848267" y="406458"/>
                </a:lnTo>
                <a:lnTo>
                  <a:pt x="1855666" y="408848"/>
                </a:lnTo>
                <a:lnTo>
                  <a:pt x="1862802" y="411768"/>
                </a:lnTo>
                <a:lnTo>
                  <a:pt x="1869937" y="415219"/>
                </a:lnTo>
                <a:lnTo>
                  <a:pt x="1876808" y="418935"/>
                </a:lnTo>
                <a:lnTo>
                  <a:pt x="1884208" y="422652"/>
                </a:lnTo>
                <a:lnTo>
                  <a:pt x="1891079" y="426899"/>
                </a:lnTo>
                <a:lnTo>
                  <a:pt x="1897686" y="431146"/>
                </a:lnTo>
                <a:lnTo>
                  <a:pt x="1904293" y="436190"/>
                </a:lnTo>
                <a:lnTo>
                  <a:pt x="1910900" y="441500"/>
                </a:lnTo>
                <a:lnTo>
                  <a:pt x="1916978" y="447340"/>
                </a:lnTo>
                <a:lnTo>
                  <a:pt x="1923057" y="452915"/>
                </a:lnTo>
                <a:lnTo>
                  <a:pt x="1928607" y="459286"/>
                </a:lnTo>
                <a:lnTo>
                  <a:pt x="1934156" y="466188"/>
                </a:lnTo>
                <a:lnTo>
                  <a:pt x="1938913" y="472824"/>
                </a:lnTo>
                <a:lnTo>
                  <a:pt x="1943406" y="479726"/>
                </a:lnTo>
                <a:lnTo>
                  <a:pt x="1947370" y="486628"/>
                </a:lnTo>
                <a:lnTo>
                  <a:pt x="1951334" y="493796"/>
                </a:lnTo>
                <a:lnTo>
                  <a:pt x="1954770" y="501229"/>
                </a:lnTo>
                <a:lnTo>
                  <a:pt x="1957941" y="508396"/>
                </a:lnTo>
                <a:lnTo>
                  <a:pt x="1960848" y="515829"/>
                </a:lnTo>
                <a:lnTo>
                  <a:pt x="1963491" y="523262"/>
                </a:lnTo>
                <a:lnTo>
                  <a:pt x="1965869" y="530430"/>
                </a:lnTo>
                <a:lnTo>
                  <a:pt x="1967984" y="537597"/>
                </a:lnTo>
                <a:lnTo>
                  <a:pt x="1969569" y="545030"/>
                </a:lnTo>
                <a:lnTo>
                  <a:pt x="1971419" y="551932"/>
                </a:lnTo>
                <a:lnTo>
                  <a:pt x="1973798" y="565736"/>
                </a:lnTo>
                <a:lnTo>
                  <a:pt x="1975648" y="578479"/>
                </a:lnTo>
                <a:lnTo>
                  <a:pt x="1976705" y="590690"/>
                </a:lnTo>
                <a:lnTo>
                  <a:pt x="1977762" y="601308"/>
                </a:lnTo>
                <a:lnTo>
                  <a:pt x="1978026" y="610600"/>
                </a:lnTo>
                <a:lnTo>
                  <a:pt x="1978026" y="618298"/>
                </a:lnTo>
                <a:lnTo>
                  <a:pt x="1978026" y="623873"/>
                </a:lnTo>
                <a:lnTo>
                  <a:pt x="1977762" y="628651"/>
                </a:lnTo>
                <a:lnTo>
                  <a:pt x="1972741" y="628651"/>
                </a:lnTo>
                <a:lnTo>
                  <a:pt x="1966927" y="628386"/>
                </a:lnTo>
                <a:lnTo>
                  <a:pt x="1959527" y="628120"/>
                </a:lnTo>
                <a:lnTo>
                  <a:pt x="1950277" y="627324"/>
                </a:lnTo>
                <a:lnTo>
                  <a:pt x="1939970" y="625731"/>
                </a:lnTo>
                <a:lnTo>
                  <a:pt x="1928078" y="624138"/>
                </a:lnTo>
                <a:lnTo>
                  <a:pt x="1915393" y="621484"/>
                </a:lnTo>
                <a:lnTo>
                  <a:pt x="1901650" y="618298"/>
                </a:lnTo>
                <a:lnTo>
                  <a:pt x="1894779" y="616174"/>
                </a:lnTo>
                <a:lnTo>
                  <a:pt x="1887644" y="614051"/>
                </a:lnTo>
                <a:lnTo>
                  <a:pt x="1880773" y="611662"/>
                </a:lnTo>
                <a:lnTo>
                  <a:pt x="1873373" y="609007"/>
                </a:lnTo>
                <a:lnTo>
                  <a:pt x="1866237" y="605821"/>
                </a:lnTo>
                <a:lnTo>
                  <a:pt x="1859102" y="602636"/>
                </a:lnTo>
                <a:lnTo>
                  <a:pt x="1851967" y="599185"/>
                </a:lnTo>
                <a:lnTo>
                  <a:pt x="1844831" y="595203"/>
                </a:lnTo>
                <a:lnTo>
                  <a:pt x="1837960" y="590955"/>
                </a:lnTo>
                <a:lnTo>
                  <a:pt x="1831353" y="586443"/>
                </a:lnTo>
                <a:lnTo>
                  <a:pt x="1824746" y="581399"/>
                </a:lnTo>
                <a:lnTo>
                  <a:pt x="1818139" y="576355"/>
                </a:lnTo>
                <a:lnTo>
                  <a:pt x="1812061" y="570780"/>
                </a:lnTo>
                <a:lnTo>
                  <a:pt x="1805983" y="564675"/>
                </a:lnTo>
                <a:lnTo>
                  <a:pt x="1800168" y="558303"/>
                </a:lnTo>
                <a:lnTo>
                  <a:pt x="1794883" y="551932"/>
                </a:lnTo>
                <a:lnTo>
                  <a:pt x="1790126" y="545296"/>
                </a:lnTo>
                <a:lnTo>
                  <a:pt x="1785633" y="538394"/>
                </a:lnTo>
                <a:lnTo>
                  <a:pt x="1781405" y="530961"/>
                </a:lnTo>
                <a:lnTo>
                  <a:pt x="1777705" y="524059"/>
                </a:lnTo>
                <a:lnTo>
                  <a:pt x="1774269" y="516891"/>
                </a:lnTo>
                <a:lnTo>
                  <a:pt x="1771098" y="509193"/>
                </a:lnTo>
                <a:lnTo>
                  <a:pt x="1768191" y="502025"/>
                </a:lnTo>
                <a:lnTo>
                  <a:pt x="1765548" y="494858"/>
                </a:lnTo>
                <a:lnTo>
                  <a:pt x="1763170" y="487159"/>
                </a:lnTo>
                <a:lnTo>
                  <a:pt x="1761056" y="479992"/>
                </a:lnTo>
                <a:lnTo>
                  <a:pt x="1759470" y="472824"/>
                </a:lnTo>
                <a:lnTo>
                  <a:pt x="1757620" y="465657"/>
                </a:lnTo>
                <a:lnTo>
                  <a:pt x="1754977" y="452118"/>
                </a:lnTo>
                <a:lnTo>
                  <a:pt x="1753392" y="439110"/>
                </a:lnTo>
                <a:lnTo>
                  <a:pt x="1752335" y="427165"/>
                </a:lnTo>
                <a:lnTo>
                  <a:pt x="1751277" y="416546"/>
                </a:lnTo>
                <a:lnTo>
                  <a:pt x="1751013" y="407255"/>
                </a:lnTo>
                <a:lnTo>
                  <a:pt x="1751013" y="399556"/>
                </a:lnTo>
                <a:lnTo>
                  <a:pt x="1751013" y="393982"/>
                </a:lnTo>
                <a:lnTo>
                  <a:pt x="1751277" y="388938"/>
                </a:lnTo>
                <a:close/>
                <a:moveTo>
                  <a:pt x="1336675" y="350838"/>
                </a:moveTo>
                <a:lnTo>
                  <a:pt x="1356533" y="350838"/>
                </a:lnTo>
                <a:lnTo>
                  <a:pt x="1701800" y="350838"/>
                </a:lnTo>
                <a:lnTo>
                  <a:pt x="1701800" y="398463"/>
                </a:lnTo>
                <a:lnTo>
                  <a:pt x="1356533" y="398463"/>
                </a:lnTo>
                <a:lnTo>
                  <a:pt x="1336675" y="398463"/>
                </a:lnTo>
                <a:lnTo>
                  <a:pt x="1336675" y="350838"/>
                </a:lnTo>
                <a:close/>
                <a:moveTo>
                  <a:pt x="0" y="350838"/>
                </a:moveTo>
                <a:lnTo>
                  <a:pt x="342900" y="350838"/>
                </a:lnTo>
                <a:lnTo>
                  <a:pt x="342900" y="398463"/>
                </a:lnTo>
                <a:lnTo>
                  <a:pt x="0" y="398463"/>
                </a:lnTo>
                <a:lnTo>
                  <a:pt x="0" y="350838"/>
                </a:lnTo>
                <a:close/>
                <a:moveTo>
                  <a:pt x="1972741" y="120650"/>
                </a:moveTo>
                <a:lnTo>
                  <a:pt x="1977762" y="120650"/>
                </a:lnTo>
                <a:lnTo>
                  <a:pt x="1978026" y="125688"/>
                </a:lnTo>
                <a:lnTo>
                  <a:pt x="1978026" y="131257"/>
                </a:lnTo>
                <a:lnTo>
                  <a:pt x="1978026" y="138947"/>
                </a:lnTo>
                <a:lnTo>
                  <a:pt x="1977762" y="148227"/>
                </a:lnTo>
                <a:lnTo>
                  <a:pt x="1976705" y="158834"/>
                </a:lnTo>
                <a:lnTo>
                  <a:pt x="1975648" y="170767"/>
                </a:lnTo>
                <a:lnTo>
                  <a:pt x="1973798" y="183495"/>
                </a:lnTo>
                <a:lnTo>
                  <a:pt x="1971419" y="197549"/>
                </a:lnTo>
                <a:lnTo>
                  <a:pt x="1969569" y="204443"/>
                </a:lnTo>
                <a:lnTo>
                  <a:pt x="1967984" y="211603"/>
                </a:lnTo>
                <a:lnTo>
                  <a:pt x="1965869" y="219028"/>
                </a:lnTo>
                <a:lnTo>
                  <a:pt x="1963491" y="226187"/>
                </a:lnTo>
                <a:lnTo>
                  <a:pt x="1960848" y="233612"/>
                </a:lnTo>
                <a:lnTo>
                  <a:pt x="1957941" y="241037"/>
                </a:lnTo>
                <a:lnTo>
                  <a:pt x="1954770" y="248196"/>
                </a:lnTo>
                <a:lnTo>
                  <a:pt x="1951334" y="255356"/>
                </a:lnTo>
                <a:lnTo>
                  <a:pt x="1947370" y="262781"/>
                </a:lnTo>
                <a:lnTo>
                  <a:pt x="1943406" y="269675"/>
                </a:lnTo>
                <a:lnTo>
                  <a:pt x="1938913" y="276569"/>
                </a:lnTo>
                <a:lnTo>
                  <a:pt x="1934156" y="283464"/>
                </a:lnTo>
                <a:lnTo>
                  <a:pt x="1928607" y="289828"/>
                </a:lnTo>
                <a:lnTo>
                  <a:pt x="1923057" y="296192"/>
                </a:lnTo>
                <a:lnTo>
                  <a:pt x="1916978" y="302291"/>
                </a:lnTo>
                <a:lnTo>
                  <a:pt x="1910900" y="307859"/>
                </a:lnTo>
                <a:lnTo>
                  <a:pt x="1904293" y="313163"/>
                </a:lnTo>
                <a:lnTo>
                  <a:pt x="1897686" y="317936"/>
                </a:lnTo>
                <a:lnTo>
                  <a:pt x="1891079" y="322709"/>
                </a:lnTo>
                <a:lnTo>
                  <a:pt x="1884208" y="326686"/>
                </a:lnTo>
                <a:lnTo>
                  <a:pt x="1876808" y="330399"/>
                </a:lnTo>
                <a:lnTo>
                  <a:pt x="1869937" y="334111"/>
                </a:lnTo>
                <a:lnTo>
                  <a:pt x="1862802" y="337293"/>
                </a:lnTo>
                <a:lnTo>
                  <a:pt x="1855666" y="340210"/>
                </a:lnTo>
                <a:lnTo>
                  <a:pt x="1848267" y="343127"/>
                </a:lnTo>
                <a:lnTo>
                  <a:pt x="1841395" y="345513"/>
                </a:lnTo>
                <a:lnTo>
                  <a:pt x="1834260" y="347900"/>
                </a:lnTo>
                <a:lnTo>
                  <a:pt x="1827389" y="349491"/>
                </a:lnTo>
                <a:lnTo>
                  <a:pt x="1813647" y="352938"/>
                </a:lnTo>
                <a:lnTo>
                  <a:pt x="1800961" y="355590"/>
                </a:lnTo>
                <a:lnTo>
                  <a:pt x="1789069" y="357446"/>
                </a:lnTo>
                <a:lnTo>
                  <a:pt x="1778498" y="358507"/>
                </a:lnTo>
                <a:lnTo>
                  <a:pt x="1769512" y="359302"/>
                </a:lnTo>
                <a:lnTo>
                  <a:pt x="1761848" y="360098"/>
                </a:lnTo>
                <a:lnTo>
                  <a:pt x="1756299" y="360363"/>
                </a:lnTo>
                <a:lnTo>
                  <a:pt x="1751277" y="360363"/>
                </a:lnTo>
                <a:lnTo>
                  <a:pt x="1751013" y="355325"/>
                </a:lnTo>
                <a:lnTo>
                  <a:pt x="1751013" y="349491"/>
                </a:lnTo>
                <a:lnTo>
                  <a:pt x="1751013" y="342066"/>
                </a:lnTo>
                <a:lnTo>
                  <a:pt x="1751277" y="332785"/>
                </a:lnTo>
                <a:lnTo>
                  <a:pt x="1752335" y="321913"/>
                </a:lnTo>
                <a:lnTo>
                  <a:pt x="1753392" y="310246"/>
                </a:lnTo>
                <a:lnTo>
                  <a:pt x="1754977" y="297253"/>
                </a:lnTo>
                <a:lnTo>
                  <a:pt x="1757620" y="283464"/>
                </a:lnTo>
                <a:lnTo>
                  <a:pt x="1759470" y="276569"/>
                </a:lnTo>
                <a:lnTo>
                  <a:pt x="1761056" y="269410"/>
                </a:lnTo>
                <a:lnTo>
                  <a:pt x="1763170" y="261985"/>
                </a:lnTo>
                <a:lnTo>
                  <a:pt x="1765548" y="254826"/>
                </a:lnTo>
                <a:lnTo>
                  <a:pt x="1768191" y="247401"/>
                </a:lnTo>
                <a:lnTo>
                  <a:pt x="1771098" y="239976"/>
                </a:lnTo>
                <a:lnTo>
                  <a:pt x="1774269" y="232816"/>
                </a:lnTo>
                <a:lnTo>
                  <a:pt x="1777705" y="225657"/>
                </a:lnTo>
                <a:lnTo>
                  <a:pt x="1781405" y="218232"/>
                </a:lnTo>
                <a:lnTo>
                  <a:pt x="1785633" y="211338"/>
                </a:lnTo>
                <a:lnTo>
                  <a:pt x="1790126" y="204443"/>
                </a:lnTo>
                <a:lnTo>
                  <a:pt x="1794883" y="197549"/>
                </a:lnTo>
                <a:lnTo>
                  <a:pt x="1800168" y="191185"/>
                </a:lnTo>
                <a:lnTo>
                  <a:pt x="1805983" y="184821"/>
                </a:lnTo>
                <a:lnTo>
                  <a:pt x="1812061" y="178722"/>
                </a:lnTo>
                <a:lnTo>
                  <a:pt x="1818139" y="173153"/>
                </a:lnTo>
                <a:lnTo>
                  <a:pt x="1824746" y="167850"/>
                </a:lnTo>
                <a:lnTo>
                  <a:pt x="1831353" y="163077"/>
                </a:lnTo>
                <a:lnTo>
                  <a:pt x="1837960" y="158304"/>
                </a:lnTo>
                <a:lnTo>
                  <a:pt x="1844831" y="154326"/>
                </a:lnTo>
                <a:lnTo>
                  <a:pt x="1851967" y="150349"/>
                </a:lnTo>
                <a:lnTo>
                  <a:pt x="1859102" y="146902"/>
                </a:lnTo>
                <a:lnTo>
                  <a:pt x="1866237" y="143720"/>
                </a:lnTo>
                <a:lnTo>
                  <a:pt x="1873373" y="140803"/>
                </a:lnTo>
                <a:lnTo>
                  <a:pt x="1880773" y="137886"/>
                </a:lnTo>
                <a:lnTo>
                  <a:pt x="1887644" y="135499"/>
                </a:lnTo>
                <a:lnTo>
                  <a:pt x="1894779" y="133113"/>
                </a:lnTo>
                <a:lnTo>
                  <a:pt x="1901650" y="131257"/>
                </a:lnTo>
                <a:lnTo>
                  <a:pt x="1915393" y="128075"/>
                </a:lnTo>
                <a:lnTo>
                  <a:pt x="1928078" y="125423"/>
                </a:lnTo>
                <a:lnTo>
                  <a:pt x="1939970" y="123567"/>
                </a:lnTo>
                <a:lnTo>
                  <a:pt x="1950277" y="122241"/>
                </a:lnTo>
                <a:lnTo>
                  <a:pt x="1959527" y="121180"/>
                </a:lnTo>
                <a:lnTo>
                  <a:pt x="1966927" y="120915"/>
                </a:lnTo>
                <a:lnTo>
                  <a:pt x="1972741" y="120650"/>
                </a:lnTo>
                <a:close/>
                <a:moveTo>
                  <a:pt x="492780" y="103188"/>
                </a:moveTo>
                <a:lnTo>
                  <a:pt x="497814" y="103188"/>
                </a:lnTo>
                <a:lnTo>
                  <a:pt x="502583" y="103188"/>
                </a:lnTo>
                <a:lnTo>
                  <a:pt x="507617" y="103452"/>
                </a:lnTo>
                <a:lnTo>
                  <a:pt x="512122" y="104246"/>
                </a:lnTo>
                <a:lnTo>
                  <a:pt x="517156" y="105039"/>
                </a:lnTo>
                <a:lnTo>
                  <a:pt x="521660" y="106096"/>
                </a:lnTo>
                <a:lnTo>
                  <a:pt x="526429" y="107683"/>
                </a:lnTo>
                <a:lnTo>
                  <a:pt x="530668" y="109005"/>
                </a:lnTo>
                <a:lnTo>
                  <a:pt x="535172" y="110856"/>
                </a:lnTo>
                <a:lnTo>
                  <a:pt x="539411" y="112442"/>
                </a:lnTo>
                <a:lnTo>
                  <a:pt x="543386" y="114822"/>
                </a:lnTo>
                <a:lnTo>
                  <a:pt x="547625" y="117202"/>
                </a:lnTo>
                <a:lnTo>
                  <a:pt x="551599" y="119317"/>
                </a:lnTo>
                <a:lnTo>
                  <a:pt x="555308" y="122225"/>
                </a:lnTo>
                <a:lnTo>
                  <a:pt x="558753" y="125134"/>
                </a:lnTo>
                <a:lnTo>
                  <a:pt x="562197" y="128042"/>
                </a:lnTo>
                <a:lnTo>
                  <a:pt x="565906" y="131215"/>
                </a:lnTo>
                <a:lnTo>
                  <a:pt x="569086" y="134653"/>
                </a:lnTo>
                <a:lnTo>
                  <a:pt x="571735" y="138090"/>
                </a:lnTo>
                <a:lnTo>
                  <a:pt x="574650" y="141792"/>
                </a:lnTo>
                <a:lnTo>
                  <a:pt x="577299" y="145494"/>
                </a:lnTo>
                <a:lnTo>
                  <a:pt x="579949" y="149460"/>
                </a:lnTo>
                <a:lnTo>
                  <a:pt x="582333" y="153426"/>
                </a:lnTo>
                <a:lnTo>
                  <a:pt x="584188" y="157657"/>
                </a:lnTo>
                <a:lnTo>
                  <a:pt x="586307" y="161887"/>
                </a:lnTo>
                <a:lnTo>
                  <a:pt x="588162" y="166118"/>
                </a:lnTo>
                <a:lnTo>
                  <a:pt x="589487" y="170613"/>
                </a:lnTo>
                <a:lnTo>
                  <a:pt x="591076" y="175108"/>
                </a:lnTo>
                <a:lnTo>
                  <a:pt x="592136" y="179867"/>
                </a:lnTo>
                <a:lnTo>
                  <a:pt x="592666" y="184626"/>
                </a:lnTo>
                <a:lnTo>
                  <a:pt x="593461" y="189386"/>
                </a:lnTo>
                <a:lnTo>
                  <a:pt x="593726" y="194145"/>
                </a:lnTo>
                <a:lnTo>
                  <a:pt x="593726" y="199169"/>
                </a:lnTo>
                <a:lnTo>
                  <a:pt x="593726" y="412020"/>
                </a:lnTo>
                <a:lnTo>
                  <a:pt x="593726" y="417044"/>
                </a:lnTo>
                <a:lnTo>
                  <a:pt x="593461" y="421803"/>
                </a:lnTo>
                <a:lnTo>
                  <a:pt x="592666" y="426562"/>
                </a:lnTo>
                <a:lnTo>
                  <a:pt x="592136" y="431322"/>
                </a:lnTo>
                <a:lnTo>
                  <a:pt x="591076" y="436081"/>
                </a:lnTo>
                <a:lnTo>
                  <a:pt x="589487" y="440312"/>
                </a:lnTo>
                <a:lnTo>
                  <a:pt x="588162" y="445071"/>
                </a:lnTo>
                <a:lnTo>
                  <a:pt x="586307" y="449302"/>
                </a:lnTo>
                <a:lnTo>
                  <a:pt x="584188" y="453533"/>
                </a:lnTo>
                <a:lnTo>
                  <a:pt x="582333" y="457763"/>
                </a:lnTo>
                <a:lnTo>
                  <a:pt x="579949" y="461729"/>
                </a:lnTo>
                <a:lnTo>
                  <a:pt x="577299" y="465431"/>
                </a:lnTo>
                <a:lnTo>
                  <a:pt x="574650" y="469133"/>
                </a:lnTo>
                <a:lnTo>
                  <a:pt x="571735" y="473099"/>
                </a:lnTo>
                <a:lnTo>
                  <a:pt x="569086" y="476536"/>
                </a:lnTo>
                <a:lnTo>
                  <a:pt x="565906" y="479974"/>
                </a:lnTo>
                <a:lnTo>
                  <a:pt x="562197" y="483147"/>
                </a:lnTo>
                <a:lnTo>
                  <a:pt x="558753" y="486055"/>
                </a:lnTo>
                <a:lnTo>
                  <a:pt x="555308" y="488964"/>
                </a:lnTo>
                <a:lnTo>
                  <a:pt x="551599" y="491343"/>
                </a:lnTo>
                <a:lnTo>
                  <a:pt x="547625" y="493987"/>
                </a:lnTo>
                <a:lnTo>
                  <a:pt x="543386" y="496367"/>
                </a:lnTo>
                <a:lnTo>
                  <a:pt x="539411" y="498482"/>
                </a:lnTo>
                <a:lnTo>
                  <a:pt x="535172" y="500333"/>
                </a:lnTo>
                <a:lnTo>
                  <a:pt x="530668" y="502184"/>
                </a:lnTo>
                <a:lnTo>
                  <a:pt x="526429" y="503506"/>
                </a:lnTo>
                <a:lnTo>
                  <a:pt x="521660" y="504828"/>
                </a:lnTo>
                <a:lnTo>
                  <a:pt x="517156" y="505886"/>
                </a:lnTo>
                <a:lnTo>
                  <a:pt x="512122" y="506679"/>
                </a:lnTo>
                <a:lnTo>
                  <a:pt x="507617" y="507472"/>
                </a:lnTo>
                <a:lnTo>
                  <a:pt x="502583" y="508001"/>
                </a:lnTo>
                <a:lnTo>
                  <a:pt x="497814" y="508001"/>
                </a:lnTo>
                <a:lnTo>
                  <a:pt x="492780" y="508001"/>
                </a:lnTo>
                <a:lnTo>
                  <a:pt x="488011" y="507472"/>
                </a:lnTo>
                <a:lnTo>
                  <a:pt x="482977" y="506679"/>
                </a:lnTo>
                <a:lnTo>
                  <a:pt x="478473" y="505886"/>
                </a:lnTo>
                <a:lnTo>
                  <a:pt x="473704" y="504828"/>
                </a:lnTo>
                <a:lnTo>
                  <a:pt x="469200" y="503506"/>
                </a:lnTo>
                <a:lnTo>
                  <a:pt x="464696" y="502184"/>
                </a:lnTo>
                <a:lnTo>
                  <a:pt x="460457" y="500333"/>
                </a:lnTo>
                <a:lnTo>
                  <a:pt x="456217" y="498482"/>
                </a:lnTo>
                <a:lnTo>
                  <a:pt x="451978" y="496367"/>
                </a:lnTo>
                <a:lnTo>
                  <a:pt x="448004" y="493987"/>
                </a:lnTo>
                <a:lnTo>
                  <a:pt x="444030" y="491343"/>
                </a:lnTo>
                <a:lnTo>
                  <a:pt x="440056" y="488964"/>
                </a:lnTo>
                <a:lnTo>
                  <a:pt x="436611" y="486055"/>
                </a:lnTo>
                <a:lnTo>
                  <a:pt x="433167" y="483147"/>
                </a:lnTo>
                <a:lnTo>
                  <a:pt x="429723" y="479974"/>
                </a:lnTo>
                <a:lnTo>
                  <a:pt x="426543" y="476536"/>
                </a:lnTo>
                <a:lnTo>
                  <a:pt x="423629" y="473099"/>
                </a:lnTo>
                <a:lnTo>
                  <a:pt x="420714" y="469133"/>
                </a:lnTo>
                <a:lnTo>
                  <a:pt x="417800" y="465431"/>
                </a:lnTo>
                <a:lnTo>
                  <a:pt x="415680" y="461729"/>
                </a:lnTo>
                <a:lnTo>
                  <a:pt x="413296" y="457763"/>
                </a:lnTo>
                <a:lnTo>
                  <a:pt x="410911" y="453533"/>
                </a:lnTo>
                <a:lnTo>
                  <a:pt x="409321" y="449302"/>
                </a:lnTo>
                <a:lnTo>
                  <a:pt x="407467" y="445071"/>
                </a:lnTo>
                <a:lnTo>
                  <a:pt x="406142" y="440312"/>
                </a:lnTo>
                <a:lnTo>
                  <a:pt x="404552" y="436081"/>
                </a:lnTo>
                <a:lnTo>
                  <a:pt x="403493" y="431322"/>
                </a:lnTo>
                <a:lnTo>
                  <a:pt x="402433" y="426562"/>
                </a:lnTo>
                <a:lnTo>
                  <a:pt x="401903" y="421803"/>
                </a:lnTo>
                <a:lnTo>
                  <a:pt x="401638" y="417044"/>
                </a:lnTo>
                <a:lnTo>
                  <a:pt x="401638" y="412020"/>
                </a:lnTo>
                <a:lnTo>
                  <a:pt x="401638" y="199169"/>
                </a:lnTo>
                <a:lnTo>
                  <a:pt x="401638" y="194145"/>
                </a:lnTo>
                <a:lnTo>
                  <a:pt x="401903" y="189386"/>
                </a:lnTo>
                <a:lnTo>
                  <a:pt x="402433" y="184626"/>
                </a:lnTo>
                <a:lnTo>
                  <a:pt x="403493" y="179867"/>
                </a:lnTo>
                <a:lnTo>
                  <a:pt x="404552" y="175108"/>
                </a:lnTo>
                <a:lnTo>
                  <a:pt x="406142" y="170613"/>
                </a:lnTo>
                <a:lnTo>
                  <a:pt x="407467" y="166118"/>
                </a:lnTo>
                <a:lnTo>
                  <a:pt x="409321" y="161887"/>
                </a:lnTo>
                <a:lnTo>
                  <a:pt x="410911" y="157657"/>
                </a:lnTo>
                <a:lnTo>
                  <a:pt x="413296" y="153426"/>
                </a:lnTo>
                <a:lnTo>
                  <a:pt x="415680" y="149460"/>
                </a:lnTo>
                <a:lnTo>
                  <a:pt x="417800" y="145494"/>
                </a:lnTo>
                <a:lnTo>
                  <a:pt x="420714" y="141792"/>
                </a:lnTo>
                <a:lnTo>
                  <a:pt x="423629" y="138090"/>
                </a:lnTo>
                <a:lnTo>
                  <a:pt x="426543" y="134653"/>
                </a:lnTo>
                <a:lnTo>
                  <a:pt x="429723" y="131215"/>
                </a:lnTo>
                <a:lnTo>
                  <a:pt x="433167" y="128042"/>
                </a:lnTo>
                <a:lnTo>
                  <a:pt x="436611" y="125134"/>
                </a:lnTo>
                <a:lnTo>
                  <a:pt x="440056" y="122225"/>
                </a:lnTo>
                <a:lnTo>
                  <a:pt x="444030" y="119317"/>
                </a:lnTo>
                <a:lnTo>
                  <a:pt x="448004" y="117202"/>
                </a:lnTo>
                <a:lnTo>
                  <a:pt x="451978" y="114822"/>
                </a:lnTo>
                <a:lnTo>
                  <a:pt x="456217" y="112442"/>
                </a:lnTo>
                <a:lnTo>
                  <a:pt x="460457" y="110856"/>
                </a:lnTo>
                <a:lnTo>
                  <a:pt x="464696" y="109005"/>
                </a:lnTo>
                <a:lnTo>
                  <a:pt x="469200" y="107683"/>
                </a:lnTo>
                <a:lnTo>
                  <a:pt x="473704" y="106096"/>
                </a:lnTo>
                <a:lnTo>
                  <a:pt x="478473" y="105039"/>
                </a:lnTo>
                <a:lnTo>
                  <a:pt x="482977" y="104246"/>
                </a:lnTo>
                <a:lnTo>
                  <a:pt x="488011" y="103452"/>
                </a:lnTo>
                <a:lnTo>
                  <a:pt x="492780" y="103188"/>
                </a:lnTo>
                <a:close/>
                <a:moveTo>
                  <a:pt x="1736196" y="84138"/>
                </a:moveTo>
                <a:lnTo>
                  <a:pt x="1741224" y="84138"/>
                </a:lnTo>
                <a:lnTo>
                  <a:pt x="1741224" y="88916"/>
                </a:lnTo>
                <a:lnTo>
                  <a:pt x="1741488" y="94491"/>
                </a:lnTo>
                <a:lnTo>
                  <a:pt x="1741224" y="102189"/>
                </a:lnTo>
                <a:lnTo>
                  <a:pt x="1740959" y="111481"/>
                </a:lnTo>
                <a:lnTo>
                  <a:pt x="1740430" y="122099"/>
                </a:lnTo>
                <a:lnTo>
                  <a:pt x="1739107" y="134310"/>
                </a:lnTo>
                <a:lnTo>
                  <a:pt x="1737255" y="147053"/>
                </a:lnTo>
                <a:lnTo>
                  <a:pt x="1734609" y="160857"/>
                </a:lnTo>
                <a:lnTo>
                  <a:pt x="1733021" y="167759"/>
                </a:lnTo>
                <a:lnTo>
                  <a:pt x="1731169" y="175192"/>
                </a:lnTo>
                <a:lnTo>
                  <a:pt x="1729053" y="182359"/>
                </a:lnTo>
                <a:lnTo>
                  <a:pt x="1726671" y="189527"/>
                </a:lnTo>
                <a:lnTo>
                  <a:pt x="1724290" y="197225"/>
                </a:lnTo>
                <a:lnTo>
                  <a:pt x="1721380" y="204393"/>
                </a:lnTo>
                <a:lnTo>
                  <a:pt x="1718205" y="211560"/>
                </a:lnTo>
                <a:lnTo>
                  <a:pt x="1714501" y="218993"/>
                </a:lnTo>
                <a:lnTo>
                  <a:pt x="1710796" y="226161"/>
                </a:lnTo>
                <a:lnTo>
                  <a:pt x="1706828" y="233063"/>
                </a:lnTo>
                <a:lnTo>
                  <a:pt x="1702330" y="239965"/>
                </a:lnTo>
                <a:lnTo>
                  <a:pt x="1697303" y="246601"/>
                </a:lnTo>
                <a:lnTo>
                  <a:pt x="1692011" y="253503"/>
                </a:lnTo>
                <a:lnTo>
                  <a:pt x="1686190" y="259874"/>
                </a:lnTo>
                <a:lnTo>
                  <a:pt x="1680634" y="265449"/>
                </a:lnTo>
                <a:lnTo>
                  <a:pt x="1674284" y="271289"/>
                </a:lnTo>
                <a:lnTo>
                  <a:pt x="1667934" y="276598"/>
                </a:lnTo>
                <a:lnTo>
                  <a:pt x="1661055" y="281642"/>
                </a:lnTo>
                <a:lnTo>
                  <a:pt x="1654175" y="285890"/>
                </a:lnTo>
                <a:lnTo>
                  <a:pt x="1647296" y="290137"/>
                </a:lnTo>
                <a:lnTo>
                  <a:pt x="1640417" y="294119"/>
                </a:lnTo>
                <a:lnTo>
                  <a:pt x="1633009" y="297836"/>
                </a:lnTo>
                <a:lnTo>
                  <a:pt x="1625865" y="301021"/>
                </a:lnTo>
                <a:lnTo>
                  <a:pt x="1618986" y="303941"/>
                </a:lnTo>
                <a:lnTo>
                  <a:pt x="1611842" y="306330"/>
                </a:lnTo>
                <a:lnTo>
                  <a:pt x="1604434" y="308985"/>
                </a:lnTo>
                <a:lnTo>
                  <a:pt x="1597554" y="311374"/>
                </a:lnTo>
                <a:lnTo>
                  <a:pt x="1590675" y="313232"/>
                </a:lnTo>
                <a:lnTo>
                  <a:pt x="1577182" y="316683"/>
                </a:lnTo>
                <a:lnTo>
                  <a:pt x="1564217" y="318807"/>
                </a:lnTo>
                <a:lnTo>
                  <a:pt x="1552575" y="320931"/>
                </a:lnTo>
                <a:lnTo>
                  <a:pt x="1541727" y="321993"/>
                </a:lnTo>
                <a:lnTo>
                  <a:pt x="1532467" y="323054"/>
                </a:lnTo>
                <a:lnTo>
                  <a:pt x="1525058" y="323585"/>
                </a:lnTo>
                <a:lnTo>
                  <a:pt x="1519238" y="323585"/>
                </a:lnTo>
                <a:lnTo>
                  <a:pt x="1514740" y="323851"/>
                </a:lnTo>
                <a:lnTo>
                  <a:pt x="1514475" y="318807"/>
                </a:lnTo>
                <a:lnTo>
                  <a:pt x="1514475" y="313232"/>
                </a:lnTo>
                <a:lnTo>
                  <a:pt x="1514475" y="305534"/>
                </a:lnTo>
                <a:lnTo>
                  <a:pt x="1514740" y="296243"/>
                </a:lnTo>
                <a:lnTo>
                  <a:pt x="1515269" y="285624"/>
                </a:lnTo>
                <a:lnTo>
                  <a:pt x="1516592" y="273678"/>
                </a:lnTo>
                <a:lnTo>
                  <a:pt x="1518444" y="260671"/>
                </a:lnTo>
                <a:lnTo>
                  <a:pt x="1521090" y="247132"/>
                </a:lnTo>
                <a:lnTo>
                  <a:pt x="1522413" y="239965"/>
                </a:lnTo>
                <a:lnTo>
                  <a:pt x="1524529" y="232797"/>
                </a:lnTo>
                <a:lnTo>
                  <a:pt x="1526381" y="225630"/>
                </a:lnTo>
                <a:lnTo>
                  <a:pt x="1528763" y="217931"/>
                </a:lnTo>
                <a:lnTo>
                  <a:pt x="1531408" y="210764"/>
                </a:lnTo>
                <a:lnTo>
                  <a:pt x="1534319" y="203596"/>
                </a:lnTo>
                <a:lnTo>
                  <a:pt x="1537494" y="195898"/>
                </a:lnTo>
                <a:lnTo>
                  <a:pt x="1540934" y="188730"/>
                </a:lnTo>
                <a:lnTo>
                  <a:pt x="1544638" y="181828"/>
                </a:lnTo>
                <a:lnTo>
                  <a:pt x="1548606" y="174395"/>
                </a:lnTo>
                <a:lnTo>
                  <a:pt x="1553369" y="167493"/>
                </a:lnTo>
                <a:lnTo>
                  <a:pt x="1558396" y="160857"/>
                </a:lnTo>
                <a:lnTo>
                  <a:pt x="1563423" y="154486"/>
                </a:lnTo>
                <a:lnTo>
                  <a:pt x="1568979" y="148114"/>
                </a:lnTo>
                <a:lnTo>
                  <a:pt x="1575065" y="142009"/>
                </a:lnTo>
                <a:lnTo>
                  <a:pt x="1581415" y="136434"/>
                </a:lnTo>
                <a:lnTo>
                  <a:pt x="1587765" y="131390"/>
                </a:lnTo>
                <a:lnTo>
                  <a:pt x="1594379" y="126346"/>
                </a:lnTo>
                <a:lnTo>
                  <a:pt x="1601259" y="121834"/>
                </a:lnTo>
                <a:lnTo>
                  <a:pt x="1608402" y="117586"/>
                </a:lnTo>
                <a:lnTo>
                  <a:pt x="1615282" y="113604"/>
                </a:lnTo>
                <a:lnTo>
                  <a:pt x="1622425" y="110153"/>
                </a:lnTo>
                <a:lnTo>
                  <a:pt x="1629569" y="106968"/>
                </a:lnTo>
                <a:lnTo>
                  <a:pt x="1636713" y="103782"/>
                </a:lnTo>
                <a:lnTo>
                  <a:pt x="1643857" y="101127"/>
                </a:lnTo>
                <a:lnTo>
                  <a:pt x="1651000" y="98738"/>
                </a:lnTo>
                <a:lnTo>
                  <a:pt x="1657880" y="96615"/>
                </a:lnTo>
                <a:lnTo>
                  <a:pt x="1665023" y="94491"/>
                </a:lnTo>
                <a:lnTo>
                  <a:pt x="1678517" y="91305"/>
                </a:lnTo>
                <a:lnTo>
                  <a:pt x="1691217" y="88651"/>
                </a:lnTo>
                <a:lnTo>
                  <a:pt x="1703123" y="87058"/>
                </a:lnTo>
                <a:lnTo>
                  <a:pt x="1713707" y="85465"/>
                </a:lnTo>
                <a:lnTo>
                  <a:pt x="1722967" y="84669"/>
                </a:lnTo>
                <a:lnTo>
                  <a:pt x="1730640" y="84403"/>
                </a:lnTo>
                <a:lnTo>
                  <a:pt x="1736196" y="84138"/>
                </a:lnTo>
                <a:close/>
                <a:moveTo>
                  <a:pt x="1213909" y="0"/>
                </a:moveTo>
                <a:lnTo>
                  <a:pt x="1218671" y="528"/>
                </a:lnTo>
                <a:lnTo>
                  <a:pt x="1223698" y="793"/>
                </a:lnTo>
                <a:lnTo>
                  <a:pt x="1228196" y="1321"/>
                </a:lnTo>
                <a:lnTo>
                  <a:pt x="1233223" y="2114"/>
                </a:lnTo>
                <a:lnTo>
                  <a:pt x="1237721" y="3171"/>
                </a:lnTo>
                <a:lnTo>
                  <a:pt x="1242219" y="4492"/>
                </a:lnTo>
                <a:lnTo>
                  <a:pt x="1246717" y="5813"/>
                </a:lnTo>
                <a:lnTo>
                  <a:pt x="1251215" y="7663"/>
                </a:lnTo>
                <a:lnTo>
                  <a:pt x="1255448" y="9777"/>
                </a:lnTo>
                <a:lnTo>
                  <a:pt x="1259417" y="11626"/>
                </a:lnTo>
                <a:lnTo>
                  <a:pt x="1263651" y="14005"/>
                </a:lnTo>
                <a:lnTo>
                  <a:pt x="1267355" y="16647"/>
                </a:lnTo>
                <a:lnTo>
                  <a:pt x="1271059" y="19289"/>
                </a:lnTo>
                <a:lnTo>
                  <a:pt x="1274763" y="21932"/>
                </a:lnTo>
                <a:lnTo>
                  <a:pt x="1278203" y="25367"/>
                </a:lnTo>
                <a:lnTo>
                  <a:pt x="1281642" y="28538"/>
                </a:lnTo>
                <a:lnTo>
                  <a:pt x="1285082" y="31708"/>
                </a:lnTo>
                <a:lnTo>
                  <a:pt x="1287728" y="35144"/>
                </a:lnTo>
                <a:lnTo>
                  <a:pt x="1290638" y="38843"/>
                </a:lnTo>
                <a:lnTo>
                  <a:pt x="1293284" y="42542"/>
                </a:lnTo>
                <a:lnTo>
                  <a:pt x="1295930" y="46242"/>
                </a:lnTo>
                <a:lnTo>
                  <a:pt x="1298311" y="50469"/>
                </a:lnTo>
                <a:lnTo>
                  <a:pt x="1300163" y="54697"/>
                </a:lnTo>
                <a:lnTo>
                  <a:pt x="1302280" y="58661"/>
                </a:lnTo>
                <a:lnTo>
                  <a:pt x="1304132" y="63153"/>
                </a:lnTo>
                <a:lnTo>
                  <a:pt x="1305455" y="67645"/>
                </a:lnTo>
                <a:lnTo>
                  <a:pt x="1307042" y="72401"/>
                </a:lnTo>
                <a:lnTo>
                  <a:pt x="1307836" y="76893"/>
                </a:lnTo>
                <a:lnTo>
                  <a:pt x="1308630" y="81649"/>
                </a:lnTo>
                <a:lnTo>
                  <a:pt x="1309159" y="86406"/>
                </a:lnTo>
                <a:lnTo>
                  <a:pt x="1309688" y="91162"/>
                </a:lnTo>
                <a:lnTo>
                  <a:pt x="1309688" y="95918"/>
                </a:lnTo>
                <a:lnTo>
                  <a:pt x="1309688" y="404813"/>
                </a:lnTo>
                <a:lnTo>
                  <a:pt x="1303338" y="404020"/>
                </a:lnTo>
                <a:lnTo>
                  <a:pt x="1297253" y="403492"/>
                </a:lnTo>
                <a:lnTo>
                  <a:pt x="1290638" y="402699"/>
                </a:lnTo>
                <a:lnTo>
                  <a:pt x="1284288" y="402699"/>
                </a:lnTo>
                <a:lnTo>
                  <a:pt x="1117600" y="402699"/>
                </a:lnTo>
                <a:lnTo>
                  <a:pt x="1117600" y="95918"/>
                </a:lnTo>
                <a:lnTo>
                  <a:pt x="1117865" y="91162"/>
                </a:lnTo>
                <a:lnTo>
                  <a:pt x="1118129" y="86406"/>
                </a:lnTo>
                <a:lnTo>
                  <a:pt x="1118658" y="81649"/>
                </a:lnTo>
                <a:lnTo>
                  <a:pt x="1119717" y="76893"/>
                </a:lnTo>
                <a:lnTo>
                  <a:pt x="1120775" y="72401"/>
                </a:lnTo>
                <a:lnTo>
                  <a:pt x="1121833" y="67645"/>
                </a:lnTo>
                <a:lnTo>
                  <a:pt x="1123686" y="63153"/>
                </a:lnTo>
                <a:lnTo>
                  <a:pt x="1125008" y="58661"/>
                </a:lnTo>
                <a:lnTo>
                  <a:pt x="1127125" y="54697"/>
                </a:lnTo>
                <a:lnTo>
                  <a:pt x="1129242" y="50469"/>
                </a:lnTo>
                <a:lnTo>
                  <a:pt x="1131623" y="46242"/>
                </a:lnTo>
                <a:lnTo>
                  <a:pt x="1134004" y="42542"/>
                </a:lnTo>
                <a:lnTo>
                  <a:pt x="1136650" y="38843"/>
                </a:lnTo>
                <a:lnTo>
                  <a:pt x="1139561" y="35144"/>
                </a:lnTo>
                <a:lnTo>
                  <a:pt x="1142736" y="31708"/>
                </a:lnTo>
                <a:lnTo>
                  <a:pt x="1145911" y="28538"/>
                </a:lnTo>
                <a:lnTo>
                  <a:pt x="1149086" y="25367"/>
                </a:lnTo>
                <a:lnTo>
                  <a:pt x="1152525" y="21932"/>
                </a:lnTo>
                <a:lnTo>
                  <a:pt x="1156229" y="19289"/>
                </a:lnTo>
                <a:lnTo>
                  <a:pt x="1160198" y="16647"/>
                </a:lnTo>
                <a:lnTo>
                  <a:pt x="1163902" y="14005"/>
                </a:lnTo>
                <a:lnTo>
                  <a:pt x="1167871" y="11626"/>
                </a:lnTo>
                <a:lnTo>
                  <a:pt x="1172369" y="9777"/>
                </a:lnTo>
                <a:lnTo>
                  <a:pt x="1176338" y="7663"/>
                </a:lnTo>
                <a:lnTo>
                  <a:pt x="1180571" y="5813"/>
                </a:lnTo>
                <a:lnTo>
                  <a:pt x="1185334" y="4492"/>
                </a:lnTo>
                <a:lnTo>
                  <a:pt x="1189832" y="3171"/>
                </a:lnTo>
                <a:lnTo>
                  <a:pt x="1194594" y="2114"/>
                </a:lnTo>
                <a:lnTo>
                  <a:pt x="1199092" y="1321"/>
                </a:lnTo>
                <a:lnTo>
                  <a:pt x="1204119" y="793"/>
                </a:lnTo>
                <a:lnTo>
                  <a:pt x="1208882" y="528"/>
                </a:lnTo>
                <a:lnTo>
                  <a:pt x="1213909" y="0"/>
                </a:lnTo>
                <a:close/>
                <a:moveTo>
                  <a:pt x="975519" y="0"/>
                </a:moveTo>
                <a:lnTo>
                  <a:pt x="980546" y="529"/>
                </a:lnTo>
                <a:lnTo>
                  <a:pt x="985573" y="794"/>
                </a:lnTo>
                <a:lnTo>
                  <a:pt x="990071" y="1323"/>
                </a:lnTo>
                <a:lnTo>
                  <a:pt x="995098" y="2118"/>
                </a:lnTo>
                <a:lnTo>
                  <a:pt x="999596" y="3177"/>
                </a:lnTo>
                <a:lnTo>
                  <a:pt x="1004094" y="4500"/>
                </a:lnTo>
                <a:lnTo>
                  <a:pt x="1008592" y="5824"/>
                </a:lnTo>
                <a:lnTo>
                  <a:pt x="1012825" y="7677"/>
                </a:lnTo>
                <a:lnTo>
                  <a:pt x="1017323" y="9795"/>
                </a:lnTo>
                <a:lnTo>
                  <a:pt x="1021292" y="11648"/>
                </a:lnTo>
                <a:lnTo>
                  <a:pt x="1025261" y="14030"/>
                </a:lnTo>
                <a:lnTo>
                  <a:pt x="1029230" y="16678"/>
                </a:lnTo>
                <a:lnTo>
                  <a:pt x="1032934" y="19325"/>
                </a:lnTo>
                <a:lnTo>
                  <a:pt x="1036638" y="21972"/>
                </a:lnTo>
                <a:lnTo>
                  <a:pt x="1040078" y="25413"/>
                </a:lnTo>
                <a:lnTo>
                  <a:pt x="1043517" y="28590"/>
                </a:lnTo>
                <a:lnTo>
                  <a:pt x="1046692" y="31767"/>
                </a:lnTo>
                <a:lnTo>
                  <a:pt x="1049603" y="35208"/>
                </a:lnTo>
                <a:lnTo>
                  <a:pt x="1052513" y="38914"/>
                </a:lnTo>
                <a:lnTo>
                  <a:pt x="1055159" y="42621"/>
                </a:lnTo>
                <a:lnTo>
                  <a:pt x="1057805" y="46327"/>
                </a:lnTo>
                <a:lnTo>
                  <a:pt x="1059921" y="50562"/>
                </a:lnTo>
                <a:lnTo>
                  <a:pt x="1062038" y="54798"/>
                </a:lnTo>
                <a:lnTo>
                  <a:pt x="1064155" y="58769"/>
                </a:lnTo>
                <a:lnTo>
                  <a:pt x="1065742" y="63269"/>
                </a:lnTo>
                <a:lnTo>
                  <a:pt x="1067330" y="67769"/>
                </a:lnTo>
                <a:lnTo>
                  <a:pt x="1068653" y="72534"/>
                </a:lnTo>
                <a:lnTo>
                  <a:pt x="1069446" y="77035"/>
                </a:lnTo>
                <a:lnTo>
                  <a:pt x="1070505" y="81800"/>
                </a:lnTo>
                <a:lnTo>
                  <a:pt x="1071034" y="86565"/>
                </a:lnTo>
                <a:lnTo>
                  <a:pt x="1071563" y="91330"/>
                </a:lnTo>
                <a:lnTo>
                  <a:pt x="1071563" y="96095"/>
                </a:lnTo>
                <a:lnTo>
                  <a:pt x="1071563" y="404499"/>
                </a:lnTo>
                <a:lnTo>
                  <a:pt x="1065742" y="405028"/>
                </a:lnTo>
                <a:lnTo>
                  <a:pt x="1060451" y="405823"/>
                </a:lnTo>
                <a:lnTo>
                  <a:pt x="1054894" y="406617"/>
                </a:lnTo>
                <a:lnTo>
                  <a:pt x="1049338" y="407940"/>
                </a:lnTo>
                <a:lnTo>
                  <a:pt x="1043782" y="408999"/>
                </a:lnTo>
                <a:lnTo>
                  <a:pt x="1038490" y="410588"/>
                </a:lnTo>
                <a:lnTo>
                  <a:pt x="1033198" y="412176"/>
                </a:lnTo>
                <a:lnTo>
                  <a:pt x="1027907" y="414029"/>
                </a:lnTo>
                <a:lnTo>
                  <a:pt x="1017588" y="418000"/>
                </a:lnTo>
                <a:lnTo>
                  <a:pt x="1007798" y="422500"/>
                </a:lnTo>
                <a:lnTo>
                  <a:pt x="998273" y="427795"/>
                </a:lnTo>
                <a:lnTo>
                  <a:pt x="989013" y="433619"/>
                </a:lnTo>
                <a:lnTo>
                  <a:pt x="980017" y="439707"/>
                </a:lnTo>
                <a:lnTo>
                  <a:pt x="971550" y="446590"/>
                </a:lnTo>
                <a:lnTo>
                  <a:pt x="963877" y="453738"/>
                </a:lnTo>
                <a:lnTo>
                  <a:pt x="956204" y="461680"/>
                </a:lnTo>
                <a:lnTo>
                  <a:pt x="949060" y="469622"/>
                </a:lnTo>
                <a:lnTo>
                  <a:pt x="942446" y="478357"/>
                </a:lnTo>
                <a:lnTo>
                  <a:pt x="936360" y="487358"/>
                </a:lnTo>
                <a:lnTo>
                  <a:pt x="930804" y="496888"/>
                </a:lnTo>
                <a:lnTo>
                  <a:pt x="925248" y="493447"/>
                </a:lnTo>
                <a:lnTo>
                  <a:pt x="919956" y="490005"/>
                </a:lnTo>
                <a:lnTo>
                  <a:pt x="914929" y="486299"/>
                </a:lnTo>
                <a:lnTo>
                  <a:pt x="910167" y="481799"/>
                </a:lnTo>
                <a:lnTo>
                  <a:pt x="905404" y="477299"/>
                </a:lnTo>
                <a:lnTo>
                  <a:pt x="901435" y="472533"/>
                </a:lnTo>
                <a:lnTo>
                  <a:pt x="897202" y="467504"/>
                </a:lnTo>
                <a:lnTo>
                  <a:pt x="893762" y="462209"/>
                </a:lnTo>
                <a:lnTo>
                  <a:pt x="890587" y="456385"/>
                </a:lnTo>
                <a:lnTo>
                  <a:pt x="887677" y="450561"/>
                </a:lnTo>
                <a:lnTo>
                  <a:pt x="885296" y="444472"/>
                </a:lnTo>
                <a:lnTo>
                  <a:pt x="883179" y="438648"/>
                </a:lnTo>
                <a:lnTo>
                  <a:pt x="881592" y="431766"/>
                </a:lnTo>
                <a:lnTo>
                  <a:pt x="880533" y="425412"/>
                </a:lnTo>
                <a:lnTo>
                  <a:pt x="879739" y="418529"/>
                </a:lnTo>
                <a:lnTo>
                  <a:pt x="879475" y="411911"/>
                </a:lnTo>
                <a:lnTo>
                  <a:pt x="879475" y="96095"/>
                </a:lnTo>
                <a:lnTo>
                  <a:pt x="879739" y="91330"/>
                </a:lnTo>
                <a:lnTo>
                  <a:pt x="880004" y="86565"/>
                </a:lnTo>
                <a:lnTo>
                  <a:pt x="880533" y="81800"/>
                </a:lnTo>
                <a:lnTo>
                  <a:pt x="881327" y="77035"/>
                </a:lnTo>
                <a:lnTo>
                  <a:pt x="882650" y="72534"/>
                </a:lnTo>
                <a:lnTo>
                  <a:pt x="883708" y="67769"/>
                </a:lnTo>
                <a:lnTo>
                  <a:pt x="885560" y="63269"/>
                </a:lnTo>
                <a:lnTo>
                  <a:pt x="887148" y="58769"/>
                </a:lnTo>
                <a:lnTo>
                  <a:pt x="889000" y="54798"/>
                </a:lnTo>
                <a:lnTo>
                  <a:pt x="891381" y="50562"/>
                </a:lnTo>
                <a:lnTo>
                  <a:pt x="893498" y="46327"/>
                </a:lnTo>
                <a:lnTo>
                  <a:pt x="895879" y="42621"/>
                </a:lnTo>
                <a:lnTo>
                  <a:pt x="898790" y="38914"/>
                </a:lnTo>
                <a:lnTo>
                  <a:pt x="901435" y="35208"/>
                </a:lnTo>
                <a:lnTo>
                  <a:pt x="904610" y="31767"/>
                </a:lnTo>
                <a:lnTo>
                  <a:pt x="907785" y="28590"/>
                </a:lnTo>
                <a:lnTo>
                  <a:pt x="910960" y="25413"/>
                </a:lnTo>
                <a:lnTo>
                  <a:pt x="914400" y="21972"/>
                </a:lnTo>
                <a:lnTo>
                  <a:pt x="918104" y="19325"/>
                </a:lnTo>
                <a:lnTo>
                  <a:pt x="921808" y="16678"/>
                </a:lnTo>
                <a:lnTo>
                  <a:pt x="926042" y="14030"/>
                </a:lnTo>
                <a:lnTo>
                  <a:pt x="929746" y="11648"/>
                </a:lnTo>
                <a:lnTo>
                  <a:pt x="933979" y="9795"/>
                </a:lnTo>
                <a:lnTo>
                  <a:pt x="937948" y="7677"/>
                </a:lnTo>
                <a:lnTo>
                  <a:pt x="942710" y="5824"/>
                </a:lnTo>
                <a:lnTo>
                  <a:pt x="946944" y="4500"/>
                </a:lnTo>
                <a:lnTo>
                  <a:pt x="951706" y="3177"/>
                </a:lnTo>
                <a:lnTo>
                  <a:pt x="956204" y="2118"/>
                </a:lnTo>
                <a:lnTo>
                  <a:pt x="960967" y="1323"/>
                </a:lnTo>
                <a:lnTo>
                  <a:pt x="965730" y="794"/>
                </a:lnTo>
                <a:lnTo>
                  <a:pt x="970757" y="529"/>
                </a:lnTo>
                <a:lnTo>
                  <a:pt x="975519" y="0"/>
                </a:lnTo>
                <a:close/>
                <a:moveTo>
                  <a:pt x="735674" y="0"/>
                </a:moveTo>
                <a:lnTo>
                  <a:pt x="740708" y="529"/>
                </a:lnTo>
                <a:lnTo>
                  <a:pt x="745478" y="794"/>
                </a:lnTo>
                <a:lnTo>
                  <a:pt x="750512" y="1323"/>
                </a:lnTo>
                <a:lnTo>
                  <a:pt x="755016" y="2118"/>
                </a:lnTo>
                <a:lnTo>
                  <a:pt x="759785" y="3177"/>
                </a:lnTo>
                <a:lnTo>
                  <a:pt x="764289" y="4500"/>
                </a:lnTo>
                <a:lnTo>
                  <a:pt x="768793" y="5824"/>
                </a:lnTo>
                <a:lnTo>
                  <a:pt x="773032" y="7677"/>
                </a:lnTo>
                <a:lnTo>
                  <a:pt x="777271" y="9795"/>
                </a:lnTo>
                <a:lnTo>
                  <a:pt x="781511" y="11648"/>
                </a:lnTo>
                <a:lnTo>
                  <a:pt x="785485" y="14030"/>
                </a:lnTo>
                <a:lnTo>
                  <a:pt x="789459" y="16677"/>
                </a:lnTo>
                <a:lnTo>
                  <a:pt x="793433" y="19325"/>
                </a:lnTo>
                <a:lnTo>
                  <a:pt x="796878" y="21972"/>
                </a:lnTo>
                <a:lnTo>
                  <a:pt x="800322" y="25413"/>
                </a:lnTo>
                <a:lnTo>
                  <a:pt x="803766" y="28590"/>
                </a:lnTo>
                <a:lnTo>
                  <a:pt x="806946" y="31766"/>
                </a:lnTo>
                <a:lnTo>
                  <a:pt x="809860" y="35208"/>
                </a:lnTo>
                <a:lnTo>
                  <a:pt x="812775" y="38914"/>
                </a:lnTo>
                <a:lnTo>
                  <a:pt x="815424" y="42620"/>
                </a:lnTo>
                <a:lnTo>
                  <a:pt x="817809" y="46326"/>
                </a:lnTo>
                <a:lnTo>
                  <a:pt x="820193" y="50562"/>
                </a:lnTo>
                <a:lnTo>
                  <a:pt x="822313" y="54797"/>
                </a:lnTo>
                <a:lnTo>
                  <a:pt x="824167" y="58768"/>
                </a:lnTo>
                <a:lnTo>
                  <a:pt x="826022" y="63268"/>
                </a:lnTo>
                <a:lnTo>
                  <a:pt x="827347" y="67769"/>
                </a:lnTo>
                <a:lnTo>
                  <a:pt x="828936" y="72533"/>
                </a:lnTo>
                <a:lnTo>
                  <a:pt x="829731" y="77034"/>
                </a:lnTo>
                <a:lnTo>
                  <a:pt x="830526" y="81799"/>
                </a:lnTo>
                <a:lnTo>
                  <a:pt x="831586" y="86564"/>
                </a:lnTo>
                <a:lnTo>
                  <a:pt x="831851" y="91329"/>
                </a:lnTo>
                <a:lnTo>
                  <a:pt x="831851" y="96094"/>
                </a:lnTo>
                <a:lnTo>
                  <a:pt x="831851" y="411906"/>
                </a:lnTo>
                <a:lnTo>
                  <a:pt x="831851" y="416936"/>
                </a:lnTo>
                <a:lnTo>
                  <a:pt x="831586" y="421701"/>
                </a:lnTo>
                <a:lnTo>
                  <a:pt x="830526" y="426466"/>
                </a:lnTo>
                <a:lnTo>
                  <a:pt x="829731" y="431231"/>
                </a:lnTo>
                <a:lnTo>
                  <a:pt x="828936" y="435996"/>
                </a:lnTo>
                <a:lnTo>
                  <a:pt x="827347" y="440231"/>
                </a:lnTo>
                <a:lnTo>
                  <a:pt x="826022" y="444996"/>
                </a:lnTo>
                <a:lnTo>
                  <a:pt x="824167" y="449232"/>
                </a:lnTo>
                <a:lnTo>
                  <a:pt x="822313" y="453468"/>
                </a:lnTo>
                <a:lnTo>
                  <a:pt x="820193" y="457703"/>
                </a:lnTo>
                <a:lnTo>
                  <a:pt x="817809" y="461674"/>
                </a:lnTo>
                <a:lnTo>
                  <a:pt x="815424" y="465380"/>
                </a:lnTo>
                <a:lnTo>
                  <a:pt x="812775" y="469086"/>
                </a:lnTo>
                <a:lnTo>
                  <a:pt x="809860" y="473057"/>
                </a:lnTo>
                <a:lnTo>
                  <a:pt x="806946" y="476498"/>
                </a:lnTo>
                <a:lnTo>
                  <a:pt x="803766" y="479940"/>
                </a:lnTo>
                <a:lnTo>
                  <a:pt x="800322" y="483116"/>
                </a:lnTo>
                <a:lnTo>
                  <a:pt x="796878" y="486028"/>
                </a:lnTo>
                <a:lnTo>
                  <a:pt x="793433" y="488940"/>
                </a:lnTo>
                <a:lnTo>
                  <a:pt x="789459" y="491323"/>
                </a:lnTo>
                <a:lnTo>
                  <a:pt x="785485" y="493970"/>
                </a:lnTo>
                <a:lnTo>
                  <a:pt x="781511" y="496352"/>
                </a:lnTo>
                <a:lnTo>
                  <a:pt x="777271" y="498470"/>
                </a:lnTo>
                <a:lnTo>
                  <a:pt x="773032" y="500323"/>
                </a:lnTo>
                <a:lnTo>
                  <a:pt x="768793" y="502176"/>
                </a:lnTo>
                <a:lnTo>
                  <a:pt x="764289" y="503500"/>
                </a:lnTo>
                <a:lnTo>
                  <a:pt x="759785" y="504823"/>
                </a:lnTo>
                <a:lnTo>
                  <a:pt x="755016" y="505882"/>
                </a:lnTo>
                <a:lnTo>
                  <a:pt x="750512" y="506677"/>
                </a:lnTo>
                <a:lnTo>
                  <a:pt x="745478" y="507471"/>
                </a:lnTo>
                <a:lnTo>
                  <a:pt x="740708" y="508000"/>
                </a:lnTo>
                <a:lnTo>
                  <a:pt x="735674" y="508000"/>
                </a:lnTo>
                <a:lnTo>
                  <a:pt x="730905" y="508000"/>
                </a:lnTo>
                <a:lnTo>
                  <a:pt x="725871" y="507471"/>
                </a:lnTo>
                <a:lnTo>
                  <a:pt x="721367" y="506677"/>
                </a:lnTo>
                <a:lnTo>
                  <a:pt x="716333" y="505882"/>
                </a:lnTo>
                <a:lnTo>
                  <a:pt x="711564" y="504823"/>
                </a:lnTo>
                <a:lnTo>
                  <a:pt x="707060" y="503500"/>
                </a:lnTo>
                <a:lnTo>
                  <a:pt x="702821" y="502176"/>
                </a:lnTo>
                <a:lnTo>
                  <a:pt x="698317" y="500323"/>
                </a:lnTo>
                <a:lnTo>
                  <a:pt x="694077" y="498470"/>
                </a:lnTo>
                <a:lnTo>
                  <a:pt x="690103" y="496352"/>
                </a:lnTo>
                <a:lnTo>
                  <a:pt x="685864" y="493970"/>
                </a:lnTo>
                <a:lnTo>
                  <a:pt x="681890" y="491323"/>
                </a:lnTo>
                <a:lnTo>
                  <a:pt x="678180" y="488940"/>
                </a:lnTo>
                <a:lnTo>
                  <a:pt x="674736" y="486028"/>
                </a:lnTo>
                <a:lnTo>
                  <a:pt x="671292" y="483116"/>
                </a:lnTo>
                <a:lnTo>
                  <a:pt x="667583" y="479940"/>
                </a:lnTo>
                <a:lnTo>
                  <a:pt x="664403" y="476498"/>
                </a:lnTo>
                <a:lnTo>
                  <a:pt x="661754" y="473057"/>
                </a:lnTo>
                <a:lnTo>
                  <a:pt x="658839" y="469086"/>
                </a:lnTo>
                <a:lnTo>
                  <a:pt x="655925" y="465380"/>
                </a:lnTo>
                <a:lnTo>
                  <a:pt x="653540" y="461674"/>
                </a:lnTo>
                <a:lnTo>
                  <a:pt x="651156" y="457703"/>
                </a:lnTo>
                <a:lnTo>
                  <a:pt x="648771" y="453468"/>
                </a:lnTo>
                <a:lnTo>
                  <a:pt x="647181" y="449232"/>
                </a:lnTo>
                <a:lnTo>
                  <a:pt x="645327" y="444996"/>
                </a:lnTo>
                <a:lnTo>
                  <a:pt x="643737" y="440231"/>
                </a:lnTo>
                <a:lnTo>
                  <a:pt x="642412" y="435996"/>
                </a:lnTo>
                <a:lnTo>
                  <a:pt x="641353" y="431231"/>
                </a:lnTo>
                <a:lnTo>
                  <a:pt x="640558" y="426466"/>
                </a:lnTo>
                <a:lnTo>
                  <a:pt x="640028" y="421701"/>
                </a:lnTo>
                <a:lnTo>
                  <a:pt x="639763" y="416936"/>
                </a:lnTo>
                <a:lnTo>
                  <a:pt x="639763" y="411906"/>
                </a:lnTo>
                <a:lnTo>
                  <a:pt x="639763" y="198805"/>
                </a:lnTo>
                <a:lnTo>
                  <a:pt x="639763" y="96094"/>
                </a:lnTo>
                <a:lnTo>
                  <a:pt x="639763" y="91329"/>
                </a:lnTo>
                <a:lnTo>
                  <a:pt x="640028" y="86564"/>
                </a:lnTo>
                <a:lnTo>
                  <a:pt x="640558" y="81799"/>
                </a:lnTo>
                <a:lnTo>
                  <a:pt x="641353" y="77034"/>
                </a:lnTo>
                <a:lnTo>
                  <a:pt x="642412" y="72533"/>
                </a:lnTo>
                <a:lnTo>
                  <a:pt x="643737" y="67769"/>
                </a:lnTo>
                <a:lnTo>
                  <a:pt x="645327" y="63268"/>
                </a:lnTo>
                <a:lnTo>
                  <a:pt x="647181" y="58768"/>
                </a:lnTo>
                <a:lnTo>
                  <a:pt x="648771" y="54797"/>
                </a:lnTo>
                <a:lnTo>
                  <a:pt x="651156" y="50562"/>
                </a:lnTo>
                <a:lnTo>
                  <a:pt x="653540" y="46326"/>
                </a:lnTo>
                <a:lnTo>
                  <a:pt x="655925" y="42620"/>
                </a:lnTo>
                <a:lnTo>
                  <a:pt x="658839" y="38914"/>
                </a:lnTo>
                <a:lnTo>
                  <a:pt x="661754" y="35208"/>
                </a:lnTo>
                <a:lnTo>
                  <a:pt x="664403" y="31766"/>
                </a:lnTo>
                <a:lnTo>
                  <a:pt x="667583" y="28590"/>
                </a:lnTo>
                <a:lnTo>
                  <a:pt x="671292" y="25413"/>
                </a:lnTo>
                <a:lnTo>
                  <a:pt x="674736" y="21972"/>
                </a:lnTo>
                <a:lnTo>
                  <a:pt x="678180" y="19325"/>
                </a:lnTo>
                <a:lnTo>
                  <a:pt x="681890" y="16677"/>
                </a:lnTo>
                <a:lnTo>
                  <a:pt x="685864" y="14030"/>
                </a:lnTo>
                <a:lnTo>
                  <a:pt x="690103" y="11648"/>
                </a:lnTo>
                <a:lnTo>
                  <a:pt x="694077" y="9795"/>
                </a:lnTo>
                <a:lnTo>
                  <a:pt x="698317" y="7677"/>
                </a:lnTo>
                <a:lnTo>
                  <a:pt x="702821" y="5824"/>
                </a:lnTo>
                <a:lnTo>
                  <a:pt x="707060" y="4500"/>
                </a:lnTo>
                <a:lnTo>
                  <a:pt x="711564" y="3177"/>
                </a:lnTo>
                <a:lnTo>
                  <a:pt x="716333" y="2118"/>
                </a:lnTo>
                <a:lnTo>
                  <a:pt x="721367" y="1323"/>
                </a:lnTo>
                <a:lnTo>
                  <a:pt x="725871" y="794"/>
                </a:lnTo>
                <a:lnTo>
                  <a:pt x="730905" y="529"/>
                </a:lnTo>
                <a:lnTo>
                  <a:pt x="735674" y="0"/>
                </a:lnTo>
                <a:close/>
              </a:path>
            </a:pathLst>
          </a:custGeom>
          <a:solidFill>
            <a:srgbClr val="FEFFFF"/>
          </a:solidFill>
          <a:ln>
            <a:noFill/>
          </a:ln>
        </p:spPr>
        <p:txBody>
          <a:bodyPr anchor="ctr" anchorCtr="1"/>
          <a:lstStyle/>
          <a:p>
            <a:endParaRPr lang="zh-CN" altLang="en-US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KSO_Shape"/>
          <p:cNvSpPr/>
          <p:nvPr/>
        </p:nvSpPr>
        <p:spPr bwMode="auto">
          <a:xfrm>
            <a:off x="6972753" y="2735442"/>
            <a:ext cx="645535" cy="630473"/>
          </a:xfrm>
          <a:custGeom>
            <a:avLst/>
            <a:gdLst/>
            <a:ahLst/>
            <a:cxnLst/>
            <a:rect l="0" t="0" r="r" b="b"/>
            <a:pathLst>
              <a:path w="5833534" h="5697984">
                <a:moveTo>
                  <a:pt x="4116344" y="2028563"/>
                </a:moveTo>
                <a:lnTo>
                  <a:pt x="4115715" y="2034106"/>
                </a:lnTo>
                <a:lnTo>
                  <a:pt x="4105639" y="2083992"/>
                </a:lnTo>
                <a:lnTo>
                  <a:pt x="4085489" y="2122793"/>
                </a:lnTo>
                <a:lnTo>
                  <a:pt x="4055263" y="2161593"/>
                </a:lnTo>
                <a:lnTo>
                  <a:pt x="4025038" y="2189308"/>
                </a:lnTo>
                <a:lnTo>
                  <a:pt x="3989775" y="2211480"/>
                </a:lnTo>
                <a:lnTo>
                  <a:pt x="3959549" y="2223952"/>
                </a:lnTo>
                <a:lnTo>
                  <a:pt x="3959549" y="2244737"/>
                </a:lnTo>
                <a:lnTo>
                  <a:pt x="3964587" y="2266909"/>
                </a:lnTo>
                <a:lnTo>
                  <a:pt x="3974662" y="2289081"/>
                </a:lnTo>
                <a:lnTo>
                  <a:pt x="3989775" y="2311252"/>
                </a:lnTo>
                <a:lnTo>
                  <a:pt x="4004887" y="2327881"/>
                </a:lnTo>
                <a:lnTo>
                  <a:pt x="4161053" y="2460911"/>
                </a:lnTo>
                <a:lnTo>
                  <a:pt x="4352482" y="2189308"/>
                </a:lnTo>
                <a:lnTo>
                  <a:pt x="4196316" y="2056277"/>
                </a:lnTo>
                <a:lnTo>
                  <a:pt x="4176166" y="2045192"/>
                </a:lnTo>
                <a:lnTo>
                  <a:pt x="4156015" y="2034106"/>
                </a:lnTo>
                <a:lnTo>
                  <a:pt x="4135865" y="2028563"/>
                </a:lnTo>
                <a:lnTo>
                  <a:pt x="4116344" y="2028563"/>
                </a:lnTo>
                <a:close/>
                <a:moveTo>
                  <a:pt x="2040226" y="1191580"/>
                </a:moveTo>
                <a:lnTo>
                  <a:pt x="2125865" y="1191580"/>
                </a:lnTo>
                <a:lnTo>
                  <a:pt x="2211504" y="1202666"/>
                </a:lnTo>
                <a:lnTo>
                  <a:pt x="2292105" y="1224838"/>
                </a:lnTo>
                <a:lnTo>
                  <a:pt x="2332406" y="1241466"/>
                </a:lnTo>
                <a:lnTo>
                  <a:pt x="2372707" y="1258095"/>
                </a:lnTo>
                <a:lnTo>
                  <a:pt x="2398150" y="1274092"/>
                </a:lnTo>
                <a:lnTo>
                  <a:pt x="3989775" y="1768045"/>
                </a:lnTo>
                <a:lnTo>
                  <a:pt x="4025038" y="1790217"/>
                </a:lnTo>
                <a:lnTo>
                  <a:pt x="4060301" y="1823474"/>
                </a:lnTo>
                <a:lnTo>
                  <a:pt x="4085489" y="1856732"/>
                </a:lnTo>
                <a:lnTo>
                  <a:pt x="4091442" y="1869834"/>
                </a:lnTo>
                <a:lnTo>
                  <a:pt x="4100602" y="1867818"/>
                </a:lnTo>
                <a:lnTo>
                  <a:pt x="4145940" y="1862275"/>
                </a:lnTo>
                <a:lnTo>
                  <a:pt x="4196316" y="1873361"/>
                </a:lnTo>
                <a:lnTo>
                  <a:pt x="4241655" y="1889989"/>
                </a:lnTo>
                <a:lnTo>
                  <a:pt x="4281955" y="1923247"/>
                </a:lnTo>
                <a:lnTo>
                  <a:pt x="4443158" y="2061820"/>
                </a:lnTo>
                <a:lnTo>
                  <a:pt x="4785715" y="1585128"/>
                </a:lnTo>
                <a:lnTo>
                  <a:pt x="4800827" y="1568499"/>
                </a:lnTo>
                <a:lnTo>
                  <a:pt x="4815940" y="1557414"/>
                </a:lnTo>
                <a:lnTo>
                  <a:pt x="4836091" y="1546328"/>
                </a:lnTo>
                <a:lnTo>
                  <a:pt x="4856241" y="1540785"/>
                </a:lnTo>
                <a:lnTo>
                  <a:pt x="4876391" y="1540785"/>
                </a:lnTo>
                <a:lnTo>
                  <a:pt x="4896542" y="1546328"/>
                </a:lnTo>
                <a:lnTo>
                  <a:pt x="4916692" y="1551871"/>
                </a:lnTo>
                <a:lnTo>
                  <a:pt x="4931805" y="1568499"/>
                </a:lnTo>
                <a:lnTo>
                  <a:pt x="5793233" y="2305709"/>
                </a:lnTo>
                <a:lnTo>
                  <a:pt x="5808346" y="2322338"/>
                </a:lnTo>
                <a:lnTo>
                  <a:pt x="5818421" y="2344510"/>
                </a:lnTo>
                <a:lnTo>
                  <a:pt x="5828497" y="2361139"/>
                </a:lnTo>
                <a:lnTo>
                  <a:pt x="5833534" y="2383311"/>
                </a:lnTo>
                <a:lnTo>
                  <a:pt x="5833534" y="2405482"/>
                </a:lnTo>
                <a:lnTo>
                  <a:pt x="5828497" y="2427654"/>
                </a:lnTo>
                <a:lnTo>
                  <a:pt x="5823459" y="2449826"/>
                </a:lnTo>
                <a:lnTo>
                  <a:pt x="5808346" y="2471997"/>
                </a:lnTo>
                <a:lnTo>
                  <a:pt x="4755489" y="3946417"/>
                </a:lnTo>
                <a:lnTo>
                  <a:pt x="4740376" y="3963046"/>
                </a:lnTo>
                <a:lnTo>
                  <a:pt x="4725264" y="3979675"/>
                </a:lnTo>
                <a:lnTo>
                  <a:pt x="4705113" y="3985218"/>
                </a:lnTo>
                <a:lnTo>
                  <a:pt x="4684963" y="3990761"/>
                </a:lnTo>
                <a:lnTo>
                  <a:pt x="4664812" y="3990761"/>
                </a:lnTo>
                <a:lnTo>
                  <a:pt x="4644662" y="3985218"/>
                </a:lnTo>
                <a:lnTo>
                  <a:pt x="4624512" y="3979675"/>
                </a:lnTo>
                <a:lnTo>
                  <a:pt x="4609399" y="3968589"/>
                </a:lnTo>
                <a:lnTo>
                  <a:pt x="3747970" y="3225836"/>
                </a:lnTo>
                <a:lnTo>
                  <a:pt x="3732857" y="3209207"/>
                </a:lnTo>
                <a:lnTo>
                  <a:pt x="3722782" y="3192579"/>
                </a:lnTo>
                <a:lnTo>
                  <a:pt x="3712707" y="3170407"/>
                </a:lnTo>
                <a:lnTo>
                  <a:pt x="3707669" y="3148235"/>
                </a:lnTo>
                <a:lnTo>
                  <a:pt x="3707669" y="3126063"/>
                </a:lnTo>
                <a:lnTo>
                  <a:pt x="3712707" y="3103892"/>
                </a:lnTo>
                <a:lnTo>
                  <a:pt x="3717745" y="3081720"/>
                </a:lnTo>
                <a:lnTo>
                  <a:pt x="3732857" y="3065091"/>
                </a:lnTo>
                <a:lnTo>
                  <a:pt x="4070376" y="2588399"/>
                </a:lnTo>
                <a:lnTo>
                  <a:pt x="3909173" y="2444283"/>
                </a:lnTo>
                <a:lnTo>
                  <a:pt x="3873910" y="2405482"/>
                </a:lnTo>
                <a:lnTo>
                  <a:pt x="3843684" y="2361139"/>
                </a:lnTo>
                <a:lnTo>
                  <a:pt x="3823534" y="2311252"/>
                </a:lnTo>
                <a:lnTo>
                  <a:pt x="3813459" y="2261366"/>
                </a:lnTo>
                <a:lnTo>
                  <a:pt x="3813459" y="2211480"/>
                </a:lnTo>
                <a:lnTo>
                  <a:pt x="3813729" y="2209996"/>
                </a:lnTo>
                <a:lnTo>
                  <a:pt x="2614518" y="1836763"/>
                </a:lnTo>
                <a:lnTo>
                  <a:pt x="2913586" y="3090555"/>
                </a:lnTo>
                <a:lnTo>
                  <a:pt x="3697594" y="4212478"/>
                </a:lnTo>
                <a:lnTo>
                  <a:pt x="3705792" y="4227513"/>
                </a:lnTo>
                <a:lnTo>
                  <a:pt x="4740376" y="4373223"/>
                </a:lnTo>
                <a:lnTo>
                  <a:pt x="4790752" y="4389852"/>
                </a:lnTo>
                <a:lnTo>
                  <a:pt x="4836091" y="4412024"/>
                </a:lnTo>
                <a:lnTo>
                  <a:pt x="4876391" y="4445281"/>
                </a:lnTo>
                <a:lnTo>
                  <a:pt x="4906617" y="4484082"/>
                </a:lnTo>
                <a:lnTo>
                  <a:pt x="4936842" y="4528425"/>
                </a:lnTo>
                <a:lnTo>
                  <a:pt x="4951955" y="4578312"/>
                </a:lnTo>
                <a:lnTo>
                  <a:pt x="4962030" y="4633741"/>
                </a:lnTo>
                <a:lnTo>
                  <a:pt x="4956993" y="4689171"/>
                </a:lnTo>
                <a:lnTo>
                  <a:pt x="4946918" y="4744600"/>
                </a:lnTo>
                <a:lnTo>
                  <a:pt x="4926767" y="4794486"/>
                </a:lnTo>
                <a:lnTo>
                  <a:pt x="4896542" y="4838830"/>
                </a:lnTo>
                <a:lnTo>
                  <a:pt x="4861279" y="4872087"/>
                </a:lnTo>
                <a:lnTo>
                  <a:pt x="4820978" y="4905345"/>
                </a:lnTo>
                <a:lnTo>
                  <a:pt x="4775639" y="4921974"/>
                </a:lnTo>
                <a:lnTo>
                  <a:pt x="4725264" y="4933060"/>
                </a:lnTo>
                <a:lnTo>
                  <a:pt x="4674888" y="4933060"/>
                </a:lnTo>
                <a:lnTo>
                  <a:pt x="3415489" y="4750143"/>
                </a:lnTo>
                <a:lnTo>
                  <a:pt x="3365113" y="4739057"/>
                </a:lnTo>
                <a:lnTo>
                  <a:pt x="3319775" y="4711342"/>
                </a:lnTo>
                <a:lnTo>
                  <a:pt x="3279474" y="4683628"/>
                </a:lnTo>
                <a:lnTo>
                  <a:pt x="3276115" y="4679317"/>
                </a:lnTo>
                <a:lnTo>
                  <a:pt x="3259324" y="4666999"/>
                </a:lnTo>
                <a:lnTo>
                  <a:pt x="3234136" y="4639284"/>
                </a:lnTo>
                <a:lnTo>
                  <a:pt x="3213985" y="4617112"/>
                </a:lnTo>
                <a:lnTo>
                  <a:pt x="2502629" y="3593564"/>
                </a:lnTo>
                <a:lnTo>
                  <a:pt x="2483534" y="3602756"/>
                </a:lnTo>
                <a:lnTo>
                  <a:pt x="2317294" y="3669271"/>
                </a:lnTo>
                <a:lnTo>
                  <a:pt x="2191354" y="3724700"/>
                </a:lnTo>
                <a:lnTo>
                  <a:pt x="2004963" y="3802301"/>
                </a:lnTo>
                <a:lnTo>
                  <a:pt x="1732933" y="3918703"/>
                </a:lnTo>
                <a:lnTo>
                  <a:pt x="1380301" y="4073905"/>
                </a:lnTo>
                <a:lnTo>
                  <a:pt x="1571730" y="4916431"/>
                </a:lnTo>
                <a:lnTo>
                  <a:pt x="1586842" y="4971860"/>
                </a:lnTo>
                <a:lnTo>
                  <a:pt x="1617068" y="5104890"/>
                </a:lnTo>
                <a:lnTo>
                  <a:pt x="1637218" y="5182492"/>
                </a:lnTo>
                <a:lnTo>
                  <a:pt x="1647293" y="5265636"/>
                </a:lnTo>
                <a:lnTo>
                  <a:pt x="1652331" y="5343237"/>
                </a:lnTo>
                <a:lnTo>
                  <a:pt x="1647293" y="5415295"/>
                </a:lnTo>
                <a:lnTo>
                  <a:pt x="1627143" y="5498439"/>
                </a:lnTo>
                <a:lnTo>
                  <a:pt x="1617068" y="5537239"/>
                </a:lnTo>
                <a:lnTo>
                  <a:pt x="1601955" y="5570497"/>
                </a:lnTo>
                <a:lnTo>
                  <a:pt x="1586842" y="5598211"/>
                </a:lnTo>
                <a:lnTo>
                  <a:pt x="1566692" y="5620383"/>
                </a:lnTo>
                <a:lnTo>
                  <a:pt x="1546542" y="5642555"/>
                </a:lnTo>
                <a:lnTo>
                  <a:pt x="1526391" y="5659184"/>
                </a:lnTo>
                <a:lnTo>
                  <a:pt x="1506241" y="5675813"/>
                </a:lnTo>
                <a:lnTo>
                  <a:pt x="1481053" y="5686898"/>
                </a:lnTo>
                <a:lnTo>
                  <a:pt x="1450827" y="5692441"/>
                </a:lnTo>
                <a:lnTo>
                  <a:pt x="1425639" y="5697984"/>
                </a:lnTo>
                <a:lnTo>
                  <a:pt x="1360151" y="5697984"/>
                </a:lnTo>
                <a:lnTo>
                  <a:pt x="1294662" y="5686898"/>
                </a:lnTo>
                <a:lnTo>
                  <a:pt x="1259399" y="5681355"/>
                </a:lnTo>
                <a:lnTo>
                  <a:pt x="1234211" y="5664727"/>
                </a:lnTo>
                <a:lnTo>
                  <a:pt x="1203985" y="5642555"/>
                </a:lnTo>
                <a:lnTo>
                  <a:pt x="1178797" y="5620383"/>
                </a:lnTo>
                <a:lnTo>
                  <a:pt x="1158647" y="5592669"/>
                </a:lnTo>
                <a:lnTo>
                  <a:pt x="1143534" y="5564954"/>
                </a:lnTo>
                <a:lnTo>
                  <a:pt x="1133459" y="5537239"/>
                </a:lnTo>
                <a:lnTo>
                  <a:pt x="1123384" y="5515067"/>
                </a:lnTo>
                <a:lnTo>
                  <a:pt x="780827" y="4012933"/>
                </a:lnTo>
                <a:lnTo>
                  <a:pt x="780827" y="3996304"/>
                </a:lnTo>
                <a:lnTo>
                  <a:pt x="765714" y="3940874"/>
                </a:lnTo>
                <a:lnTo>
                  <a:pt x="765714" y="3885445"/>
                </a:lnTo>
                <a:lnTo>
                  <a:pt x="770752" y="3830016"/>
                </a:lnTo>
                <a:lnTo>
                  <a:pt x="785865" y="3774587"/>
                </a:lnTo>
                <a:lnTo>
                  <a:pt x="811053" y="3730243"/>
                </a:lnTo>
                <a:lnTo>
                  <a:pt x="841278" y="3685900"/>
                </a:lnTo>
                <a:lnTo>
                  <a:pt x="881579" y="3647099"/>
                </a:lnTo>
                <a:lnTo>
                  <a:pt x="926917" y="3619384"/>
                </a:lnTo>
                <a:lnTo>
                  <a:pt x="2045264" y="3015205"/>
                </a:lnTo>
                <a:lnTo>
                  <a:pt x="1808497" y="2028563"/>
                </a:lnTo>
                <a:lnTo>
                  <a:pt x="1299700" y="2544055"/>
                </a:lnTo>
                <a:lnTo>
                  <a:pt x="1264436" y="2577313"/>
                </a:lnTo>
                <a:lnTo>
                  <a:pt x="1254361" y="2582856"/>
                </a:lnTo>
                <a:lnTo>
                  <a:pt x="1244286" y="2588399"/>
                </a:lnTo>
                <a:lnTo>
                  <a:pt x="1224136" y="2599485"/>
                </a:lnTo>
                <a:lnTo>
                  <a:pt x="1214060" y="2605028"/>
                </a:lnTo>
                <a:lnTo>
                  <a:pt x="1173760" y="2616114"/>
                </a:lnTo>
                <a:lnTo>
                  <a:pt x="1133459" y="2621657"/>
                </a:lnTo>
                <a:lnTo>
                  <a:pt x="1093158" y="2616114"/>
                </a:lnTo>
                <a:lnTo>
                  <a:pt x="1047820" y="2605028"/>
                </a:lnTo>
                <a:lnTo>
                  <a:pt x="1012557" y="2582856"/>
                </a:lnTo>
                <a:lnTo>
                  <a:pt x="95714" y="2039649"/>
                </a:lnTo>
                <a:lnTo>
                  <a:pt x="60451" y="2006391"/>
                </a:lnTo>
                <a:lnTo>
                  <a:pt x="35263" y="1973134"/>
                </a:lnTo>
                <a:lnTo>
                  <a:pt x="15113" y="1928790"/>
                </a:lnTo>
                <a:lnTo>
                  <a:pt x="5038" y="1884447"/>
                </a:lnTo>
                <a:lnTo>
                  <a:pt x="0" y="1840103"/>
                </a:lnTo>
                <a:lnTo>
                  <a:pt x="5038" y="1795760"/>
                </a:lnTo>
                <a:lnTo>
                  <a:pt x="15113" y="1751416"/>
                </a:lnTo>
                <a:lnTo>
                  <a:pt x="35263" y="1707073"/>
                </a:lnTo>
                <a:lnTo>
                  <a:pt x="65489" y="1668272"/>
                </a:lnTo>
                <a:lnTo>
                  <a:pt x="95714" y="1640558"/>
                </a:lnTo>
                <a:lnTo>
                  <a:pt x="136015" y="1618386"/>
                </a:lnTo>
                <a:lnTo>
                  <a:pt x="176316" y="1607300"/>
                </a:lnTo>
                <a:lnTo>
                  <a:pt x="216617" y="1601757"/>
                </a:lnTo>
                <a:lnTo>
                  <a:pt x="261955" y="1607300"/>
                </a:lnTo>
                <a:lnTo>
                  <a:pt x="302256" y="1618386"/>
                </a:lnTo>
                <a:lnTo>
                  <a:pt x="337519" y="1640558"/>
                </a:lnTo>
                <a:lnTo>
                  <a:pt x="1081691" y="2081462"/>
                </a:lnTo>
                <a:lnTo>
                  <a:pt x="1692632" y="1418840"/>
                </a:lnTo>
                <a:lnTo>
                  <a:pt x="1763158" y="1346782"/>
                </a:lnTo>
                <a:lnTo>
                  <a:pt x="1828647" y="1280267"/>
                </a:lnTo>
                <a:lnTo>
                  <a:pt x="1863910" y="1258095"/>
                </a:lnTo>
                <a:lnTo>
                  <a:pt x="1899173" y="1235923"/>
                </a:lnTo>
                <a:lnTo>
                  <a:pt x="1934436" y="1219295"/>
                </a:lnTo>
                <a:lnTo>
                  <a:pt x="1969699" y="1208209"/>
                </a:lnTo>
                <a:lnTo>
                  <a:pt x="2004963" y="1197123"/>
                </a:lnTo>
                <a:lnTo>
                  <a:pt x="2040226" y="1191580"/>
                </a:lnTo>
                <a:close/>
                <a:moveTo>
                  <a:pt x="3057820" y="731517"/>
                </a:moveTo>
                <a:lnTo>
                  <a:pt x="3148496" y="731517"/>
                </a:lnTo>
                <a:lnTo>
                  <a:pt x="3244211" y="737059"/>
                </a:lnTo>
                <a:lnTo>
                  <a:pt x="3339925" y="748145"/>
                </a:lnTo>
                <a:lnTo>
                  <a:pt x="3430602" y="764774"/>
                </a:lnTo>
                <a:lnTo>
                  <a:pt x="3662331" y="809118"/>
                </a:lnTo>
                <a:lnTo>
                  <a:pt x="3768121" y="836832"/>
                </a:lnTo>
                <a:lnTo>
                  <a:pt x="3798346" y="847918"/>
                </a:lnTo>
                <a:lnTo>
                  <a:pt x="3813459" y="859004"/>
                </a:lnTo>
                <a:lnTo>
                  <a:pt x="3828572" y="903347"/>
                </a:lnTo>
                <a:lnTo>
                  <a:pt x="3843684" y="997577"/>
                </a:lnTo>
                <a:lnTo>
                  <a:pt x="3873910" y="1186037"/>
                </a:lnTo>
                <a:lnTo>
                  <a:pt x="3808421" y="1213752"/>
                </a:lnTo>
                <a:lnTo>
                  <a:pt x="3742933" y="1235923"/>
                </a:lnTo>
                <a:lnTo>
                  <a:pt x="3677444" y="1263638"/>
                </a:lnTo>
                <a:lnTo>
                  <a:pt x="3611955" y="1291353"/>
                </a:lnTo>
                <a:lnTo>
                  <a:pt x="3586767" y="1252552"/>
                </a:lnTo>
                <a:lnTo>
                  <a:pt x="3561579" y="1219295"/>
                </a:lnTo>
                <a:lnTo>
                  <a:pt x="3526316" y="1186037"/>
                </a:lnTo>
                <a:lnTo>
                  <a:pt x="3496090" y="1158322"/>
                </a:lnTo>
                <a:lnTo>
                  <a:pt x="3455790" y="1130608"/>
                </a:lnTo>
                <a:lnTo>
                  <a:pt x="3415489" y="1108436"/>
                </a:lnTo>
                <a:lnTo>
                  <a:pt x="3334887" y="1064093"/>
                </a:lnTo>
                <a:lnTo>
                  <a:pt x="3244211" y="1030835"/>
                </a:lnTo>
                <a:lnTo>
                  <a:pt x="3153534" y="1003120"/>
                </a:lnTo>
                <a:lnTo>
                  <a:pt x="3067895" y="980949"/>
                </a:lnTo>
                <a:lnTo>
                  <a:pt x="2987293" y="969863"/>
                </a:lnTo>
                <a:lnTo>
                  <a:pt x="2881504" y="958777"/>
                </a:lnTo>
                <a:lnTo>
                  <a:pt x="2765639" y="958777"/>
                </a:lnTo>
                <a:lnTo>
                  <a:pt x="2644737" y="964320"/>
                </a:lnTo>
                <a:lnTo>
                  <a:pt x="2523835" y="980949"/>
                </a:lnTo>
                <a:lnTo>
                  <a:pt x="2397895" y="1008663"/>
                </a:lnTo>
                <a:lnTo>
                  <a:pt x="2282030" y="1047464"/>
                </a:lnTo>
                <a:lnTo>
                  <a:pt x="2226617" y="1069635"/>
                </a:lnTo>
                <a:lnTo>
                  <a:pt x="2176241" y="1091807"/>
                </a:lnTo>
                <a:lnTo>
                  <a:pt x="2125865" y="1119522"/>
                </a:lnTo>
                <a:lnTo>
                  <a:pt x="2080527" y="1147236"/>
                </a:lnTo>
                <a:lnTo>
                  <a:pt x="1984812" y="1113979"/>
                </a:lnTo>
                <a:lnTo>
                  <a:pt x="2065414" y="1058550"/>
                </a:lnTo>
                <a:lnTo>
                  <a:pt x="2146015" y="1008663"/>
                </a:lnTo>
                <a:lnTo>
                  <a:pt x="2231654" y="958777"/>
                </a:lnTo>
                <a:lnTo>
                  <a:pt x="2317294" y="914433"/>
                </a:lnTo>
                <a:lnTo>
                  <a:pt x="2402933" y="875633"/>
                </a:lnTo>
                <a:lnTo>
                  <a:pt x="2493609" y="842375"/>
                </a:lnTo>
                <a:lnTo>
                  <a:pt x="2584286" y="814661"/>
                </a:lnTo>
                <a:lnTo>
                  <a:pt x="2680000" y="786946"/>
                </a:lnTo>
                <a:lnTo>
                  <a:pt x="2770677" y="764774"/>
                </a:lnTo>
                <a:lnTo>
                  <a:pt x="2866391" y="748145"/>
                </a:lnTo>
                <a:lnTo>
                  <a:pt x="2962105" y="737059"/>
                </a:lnTo>
                <a:lnTo>
                  <a:pt x="3057820" y="731517"/>
                </a:lnTo>
                <a:close/>
                <a:moveTo>
                  <a:pt x="1435100" y="0"/>
                </a:moveTo>
                <a:cubicBezTo>
                  <a:pt x="1809181" y="0"/>
                  <a:pt x="2112433" y="303252"/>
                  <a:pt x="2112433" y="677333"/>
                </a:cubicBezTo>
                <a:cubicBezTo>
                  <a:pt x="2112433" y="1051414"/>
                  <a:pt x="1809181" y="1354666"/>
                  <a:pt x="1435100" y="1354666"/>
                </a:cubicBezTo>
                <a:cubicBezTo>
                  <a:pt x="1061019" y="1354666"/>
                  <a:pt x="757767" y="1051414"/>
                  <a:pt x="757767" y="677333"/>
                </a:cubicBezTo>
                <a:cubicBezTo>
                  <a:pt x="757767" y="303252"/>
                  <a:pt x="1061019" y="0"/>
                  <a:pt x="1435100" y="0"/>
                </a:cubicBezTo>
                <a:close/>
              </a:path>
            </a:pathLst>
          </a:custGeom>
          <a:solidFill>
            <a:srgbClr val="FEFFFF"/>
          </a:solidFill>
          <a:ln>
            <a:noFill/>
          </a:ln>
        </p:spPr>
        <p:txBody>
          <a:bodyPr/>
          <a:lstStyle/>
          <a:p>
            <a:endParaRPr lang="zh-CN" altLang="en-US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KSO_Shape"/>
          <p:cNvSpPr/>
          <p:nvPr/>
        </p:nvSpPr>
        <p:spPr>
          <a:xfrm>
            <a:off x="6823263" y="4430967"/>
            <a:ext cx="944515" cy="643845"/>
          </a:xfrm>
          <a:custGeom>
            <a:avLst/>
            <a:gdLst/>
            <a:ahLst/>
            <a:cxnLst/>
            <a:rect l="l" t="t" r="r" b="b"/>
            <a:pathLst>
              <a:path w="1690322" h="1152128">
                <a:moveTo>
                  <a:pt x="826556" y="1149986"/>
                </a:moveTo>
                <a:lnTo>
                  <a:pt x="889752" y="1149986"/>
                </a:lnTo>
                <a:cubicBezTo>
                  <a:pt x="889500" y="1150690"/>
                  <a:pt x="889449" y="1151409"/>
                  <a:pt x="889399" y="1152128"/>
                </a:cubicBezTo>
                <a:lnTo>
                  <a:pt x="826226" y="1152128"/>
                </a:lnTo>
                <a:close/>
                <a:moveTo>
                  <a:pt x="1243612" y="747450"/>
                </a:moveTo>
                <a:cubicBezTo>
                  <a:pt x="1477312" y="740021"/>
                  <a:pt x="1674794" y="919019"/>
                  <a:pt x="1690322" y="1152128"/>
                </a:cubicBezTo>
                <a:lnTo>
                  <a:pt x="1626622" y="1152128"/>
                </a:lnTo>
                <a:cubicBezTo>
                  <a:pt x="1611628" y="955005"/>
                  <a:pt x="1443876" y="804288"/>
                  <a:pt x="1245620" y="810590"/>
                </a:cubicBezTo>
                <a:cubicBezTo>
                  <a:pt x="1189595" y="812371"/>
                  <a:pt x="1136798" y="826511"/>
                  <a:pt x="1090488" y="851592"/>
                </a:cubicBezTo>
                <a:cubicBezTo>
                  <a:pt x="1079087" y="833319"/>
                  <a:pt x="1065672" y="816545"/>
                  <a:pt x="1049512" y="802255"/>
                </a:cubicBezTo>
                <a:cubicBezTo>
                  <a:pt x="1106685" y="768739"/>
                  <a:pt x="1172955" y="749696"/>
                  <a:pt x="1243612" y="747450"/>
                </a:cubicBezTo>
                <a:close/>
                <a:moveTo>
                  <a:pt x="562417" y="606836"/>
                </a:moveTo>
                <a:cubicBezTo>
                  <a:pt x="877321" y="596825"/>
                  <a:pt x="1143423" y="838020"/>
                  <a:pt x="1164346" y="1152128"/>
                </a:cubicBezTo>
                <a:lnTo>
                  <a:pt x="1078512" y="1152128"/>
                </a:lnTo>
                <a:cubicBezTo>
                  <a:pt x="1058307" y="886510"/>
                  <a:pt x="832267" y="683424"/>
                  <a:pt x="565122" y="691915"/>
                </a:cubicBezTo>
                <a:cubicBezTo>
                  <a:pt x="308709" y="700066"/>
                  <a:pt x="102467" y="900340"/>
                  <a:pt x="85124" y="1152128"/>
                </a:cubicBezTo>
                <a:lnTo>
                  <a:pt x="0" y="1152128"/>
                </a:lnTo>
                <a:cubicBezTo>
                  <a:pt x="17286" y="854342"/>
                  <a:pt x="260044" y="616447"/>
                  <a:pt x="562417" y="606836"/>
                </a:cubicBezTo>
                <a:close/>
                <a:moveTo>
                  <a:pt x="1257403" y="357877"/>
                </a:moveTo>
                <a:cubicBezTo>
                  <a:pt x="1175548" y="357877"/>
                  <a:pt x="1109192" y="424234"/>
                  <a:pt x="1109192" y="506089"/>
                </a:cubicBezTo>
                <a:cubicBezTo>
                  <a:pt x="1109192" y="587944"/>
                  <a:pt x="1175548" y="654300"/>
                  <a:pt x="1257403" y="654300"/>
                </a:cubicBezTo>
                <a:cubicBezTo>
                  <a:pt x="1339258" y="654300"/>
                  <a:pt x="1405614" y="587944"/>
                  <a:pt x="1405614" y="506089"/>
                </a:cubicBezTo>
                <a:cubicBezTo>
                  <a:pt x="1405614" y="424234"/>
                  <a:pt x="1339258" y="357877"/>
                  <a:pt x="1257403" y="357877"/>
                </a:cubicBezTo>
                <a:close/>
                <a:moveTo>
                  <a:pt x="1257403" y="297099"/>
                </a:moveTo>
                <a:cubicBezTo>
                  <a:pt x="1372825" y="297099"/>
                  <a:pt x="1466393" y="390667"/>
                  <a:pt x="1466393" y="506089"/>
                </a:cubicBezTo>
                <a:cubicBezTo>
                  <a:pt x="1466393" y="621511"/>
                  <a:pt x="1372825" y="715079"/>
                  <a:pt x="1257403" y="715079"/>
                </a:cubicBezTo>
                <a:cubicBezTo>
                  <a:pt x="1141981" y="715079"/>
                  <a:pt x="1048414" y="621511"/>
                  <a:pt x="1048414" y="506089"/>
                </a:cubicBezTo>
                <a:cubicBezTo>
                  <a:pt x="1048414" y="390667"/>
                  <a:pt x="1141981" y="297099"/>
                  <a:pt x="1257403" y="297099"/>
                </a:cubicBezTo>
                <a:close/>
                <a:moveTo>
                  <a:pt x="580999" y="81897"/>
                </a:moveTo>
                <a:cubicBezTo>
                  <a:pt x="470702" y="81897"/>
                  <a:pt x="381289" y="171311"/>
                  <a:pt x="381289" y="281608"/>
                </a:cubicBezTo>
                <a:cubicBezTo>
                  <a:pt x="381289" y="391906"/>
                  <a:pt x="470702" y="481318"/>
                  <a:pt x="580999" y="481318"/>
                </a:cubicBezTo>
                <a:cubicBezTo>
                  <a:pt x="691297" y="481318"/>
                  <a:pt x="780710" y="391906"/>
                  <a:pt x="780710" y="281608"/>
                </a:cubicBezTo>
                <a:cubicBezTo>
                  <a:pt x="780710" y="171311"/>
                  <a:pt x="691297" y="81897"/>
                  <a:pt x="580999" y="81897"/>
                </a:cubicBezTo>
                <a:close/>
                <a:moveTo>
                  <a:pt x="580999" y="0"/>
                </a:moveTo>
                <a:cubicBezTo>
                  <a:pt x="736527" y="0"/>
                  <a:pt x="862607" y="126080"/>
                  <a:pt x="862607" y="281608"/>
                </a:cubicBezTo>
                <a:cubicBezTo>
                  <a:pt x="862607" y="437136"/>
                  <a:pt x="736527" y="563216"/>
                  <a:pt x="580999" y="563216"/>
                </a:cubicBezTo>
                <a:cubicBezTo>
                  <a:pt x="425471" y="563216"/>
                  <a:pt x="299392" y="437136"/>
                  <a:pt x="299392" y="281608"/>
                </a:cubicBezTo>
                <a:cubicBezTo>
                  <a:pt x="299392" y="126080"/>
                  <a:pt x="425471" y="0"/>
                  <a:pt x="580999" y="0"/>
                </a:cubicBezTo>
                <a:close/>
              </a:path>
            </a:pathLst>
          </a:custGeom>
          <a:solidFill>
            <a:srgbClr val="FEFF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523875" y="2294890"/>
            <a:ext cx="3499485" cy="128016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Linear Regression</a:t>
            </a:r>
            <a:endParaRPr lang="en-US" altLang="zh-CN" sz="20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150000"/>
              </a:lnSpc>
            </a:pPr>
            <a:r>
              <a:rPr lang="en-US" altLang="zh-CN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foundational model, ideal for understanding basic linear relationships between variables</a:t>
            </a:r>
            <a:r>
              <a:rPr lang="en-US" altLang="zh-C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altLang="zh-CN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8358505" y="2295525"/>
            <a:ext cx="3103880" cy="120523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Gradient Boosting</a:t>
            </a:r>
            <a:endParaRPr lang="en-US" altLang="zh-CN" sz="20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advanced ensemble technique that combines multiple weak learners to form a strong predictor.</a:t>
            </a:r>
            <a:endParaRPr lang="en-US" altLang="zh-CN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342900" y="4137025"/>
            <a:ext cx="3490595" cy="127952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r">
              <a:lnSpc>
                <a:spcPct val="150000"/>
              </a:lnSpc>
            </a:pPr>
            <a:endParaRPr lang="en-US" altLang="zh-CN" sz="1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150000"/>
              </a:lnSpc>
            </a:pPr>
            <a:r>
              <a:rPr lang="en-US" altLang="zh-CN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Decision Trees &amp; Random Forest</a:t>
            </a:r>
            <a:endParaRPr lang="en-US" altLang="zh-CN" sz="1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150000"/>
              </a:lnSpc>
            </a:pPr>
            <a:r>
              <a:rPr lang="en-US" altLang="zh-CN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models capture complex, non-linear patterns, improving predictive accuracy significantly.</a:t>
            </a:r>
            <a:endParaRPr lang="en-US" altLang="zh-CN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150000"/>
              </a:lnSpc>
            </a:pPr>
            <a:endParaRPr lang="en-US" altLang="zh-CN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8334285" y="4137242"/>
            <a:ext cx="3137905" cy="1279397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50000"/>
              </a:lnSpc>
            </a:pPr>
            <a:endParaRPr lang="en-US" altLang="zh-CN" sz="20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Neural Networks</a:t>
            </a:r>
            <a:endParaRPr lang="en-US" altLang="zh-CN" sz="20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Sophisticated models capable of learning intricate patterns from large datasets, delivering high precision</a:t>
            </a:r>
            <a:endParaRPr lang="en-US" altLang="zh-CN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KSO_Shape"/>
          <p:cNvSpPr/>
          <p:nvPr/>
        </p:nvSpPr>
        <p:spPr>
          <a:xfrm>
            <a:off x="5690221" y="3493966"/>
            <a:ext cx="811559" cy="815637"/>
          </a:xfrm>
          <a:custGeom>
            <a:avLst/>
            <a:gdLst/>
            <a:ahLst/>
            <a:cxnLst/>
            <a:rect l="l" t="t" r="r" b="b"/>
            <a:pathLst>
              <a:path w="602856" h="606146">
                <a:moveTo>
                  <a:pt x="490069" y="504978"/>
                </a:moveTo>
                <a:lnTo>
                  <a:pt x="516792" y="522417"/>
                </a:lnTo>
                <a:cubicBezTo>
                  <a:pt x="423264" y="616195"/>
                  <a:pt x="273785" y="634904"/>
                  <a:pt x="158470" y="559652"/>
                </a:cubicBezTo>
                <a:lnTo>
                  <a:pt x="136596" y="543748"/>
                </a:lnTo>
                <a:lnTo>
                  <a:pt x="150773" y="522022"/>
                </a:lnTo>
                <a:cubicBezTo>
                  <a:pt x="194080" y="557664"/>
                  <a:pt x="249663" y="578409"/>
                  <a:pt x="310092" y="578409"/>
                </a:cubicBezTo>
                <a:cubicBezTo>
                  <a:pt x="380176" y="578409"/>
                  <a:pt x="443742" y="550506"/>
                  <a:pt x="490069" y="504978"/>
                </a:cubicBezTo>
                <a:close/>
                <a:moveTo>
                  <a:pt x="557309" y="395086"/>
                </a:moveTo>
                <a:lnTo>
                  <a:pt x="549482" y="543750"/>
                </a:lnTo>
                <a:lnTo>
                  <a:pt x="516792" y="522417"/>
                </a:lnTo>
                <a:lnTo>
                  <a:pt x="516792" y="522417"/>
                </a:lnTo>
                <a:lnTo>
                  <a:pt x="490069" y="504978"/>
                </a:lnTo>
                <a:cubicBezTo>
                  <a:pt x="521171" y="475143"/>
                  <a:pt x="544562" y="437423"/>
                  <a:pt x="557309" y="395086"/>
                </a:cubicBezTo>
                <a:close/>
                <a:moveTo>
                  <a:pt x="60050" y="384097"/>
                </a:moveTo>
                <a:cubicBezTo>
                  <a:pt x="69689" y="423117"/>
                  <a:pt x="88482" y="458518"/>
                  <a:pt x="114720" y="487372"/>
                </a:cubicBezTo>
                <a:lnTo>
                  <a:pt x="0" y="416048"/>
                </a:lnTo>
                <a:close/>
                <a:moveTo>
                  <a:pt x="199268" y="54429"/>
                </a:moveTo>
                <a:lnTo>
                  <a:pt x="213201" y="80615"/>
                </a:lnTo>
                <a:cubicBezTo>
                  <a:pt x="118484" y="118809"/>
                  <a:pt x="51717" y="211624"/>
                  <a:pt x="51717" y="320033"/>
                </a:cubicBezTo>
                <a:lnTo>
                  <a:pt x="60050" y="384097"/>
                </a:lnTo>
                <a:lnTo>
                  <a:pt x="34461" y="397712"/>
                </a:lnTo>
                <a:cubicBezTo>
                  <a:pt x="-2534" y="270539"/>
                  <a:pt x="53221" y="130591"/>
                  <a:pt x="174782" y="65912"/>
                </a:cubicBezTo>
                <a:close/>
                <a:moveTo>
                  <a:pt x="391328" y="38974"/>
                </a:moveTo>
                <a:cubicBezTo>
                  <a:pt x="519267" y="73228"/>
                  <a:pt x="610073" y="193429"/>
                  <a:pt x="602405" y="330912"/>
                </a:cubicBezTo>
                <a:lnTo>
                  <a:pt x="599538" y="357805"/>
                </a:lnTo>
                <a:lnTo>
                  <a:pt x="565689" y="355917"/>
                </a:lnTo>
                <a:cubicBezTo>
                  <a:pt x="567623" y="344218"/>
                  <a:pt x="568468" y="332224"/>
                  <a:pt x="568468" y="320033"/>
                </a:cubicBezTo>
                <a:cubicBezTo>
                  <a:pt x="568468" y="205004"/>
                  <a:pt x="493298" y="107531"/>
                  <a:pt x="389365" y="74167"/>
                </a:cubicBezTo>
                <a:close/>
                <a:moveTo>
                  <a:pt x="393502" y="0"/>
                </a:moveTo>
                <a:lnTo>
                  <a:pt x="391328" y="38974"/>
                </a:lnTo>
                <a:lnTo>
                  <a:pt x="391328" y="38974"/>
                </a:lnTo>
                <a:lnTo>
                  <a:pt x="389365" y="74167"/>
                </a:lnTo>
                <a:cubicBezTo>
                  <a:pt x="364411" y="66007"/>
                  <a:pt x="337759" y="61658"/>
                  <a:pt x="310092" y="61658"/>
                </a:cubicBezTo>
                <a:cubicBezTo>
                  <a:pt x="294115" y="61658"/>
                  <a:pt x="278477" y="63108"/>
                  <a:pt x="263340" y="6609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792480" y="4136390"/>
            <a:ext cx="3905250" cy="2381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GB" altLang="en-US"/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dirty="0"/>
              <a:t>Key Takeways &amp; The Future of Property Validation</a:t>
            </a:r>
            <a:r>
              <a:rPr lang="zh-CN" altLang="en-US" b="1" dirty="0"/>
              <a:t>
</a:t>
            </a:r>
            <a:endParaRPr lang="en-US" altLang="zh-CN" b="1" dirty="0"/>
          </a:p>
        </p:txBody>
      </p:sp>
      <p:sp>
        <p:nvSpPr>
          <p:cNvPr id="13" name="矩形 12"/>
          <p:cNvSpPr/>
          <p:nvPr/>
        </p:nvSpPr>
        <p:spPr>
          <a:xfrm>
            <a:off x="1654234" y="2056051"/>
            <a:ext cx="2572578" cy="1586840"/>
          </a:xfrm>
          <a:prstGeom prst="rect">
            <a:avLst/>
          </a:prstGeom>
          <a:solidFill>
            <a:schemeClr val="accent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654234" y="3868613"/>
            <a:ext cx="2572578" cy="36000"/>
          </a:xfrm>
          <a:prstGeom prst="rect">
            <a:avLst/>
          </a:prstGeom>
          <a:solidFill>
            <a:schemeClr val="accent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809711" y="2056051"/>
            <a:ext cx="2572578" cy="1586840"/>
          </a:xfrm>
          <a:prstGeom prst="rect">
            <a:avLst/>
          </a:prstGeom>
          <a:solidFill>
            <a:schemeClr val="accent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809711" y="3868613"/>
            <a:ext cx="2572578" cy="36000"/>
          </a:xfrm>
          <a:prstGeom prst="rect">
            <a:avLst/>
          </a:prstGeom>
          <a:solidFill>
            <a:schemeClr val="accent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7965188" y="2056051"/>
            <a:ext cx="2572578" cy="1586840"/>
          </a:xfrm>
          <a:prstGeom prst="rect">
            <a:avLst/>
          </a:prstGeom>
          <a:solidFill>
            <a:schemeClr val="accent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7965188" y="3868613"/>
            <a:ext cx="2572578" cy="36000"/>
          </a:xfrm>
          <a:prstGeom prst="rect">
            <a:avLst/>
          </a:prstGeom>
          <a:solidFill>
            <a:schemeClr val="accent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KSO_Shape"/>
          <p:cNvSpPr/>
          <p:nvPr/>
        </p:nvSpPr>
        <p:spPr bwMode="auto">
          <a:xfrm>
            <a:off x="2518359" y="2341858"/>
            <a:ext cx="844330" cy="1015227"/>
          </a:xfrm>
          <a:custGeom>
            <a:avLst/>
            <a:gdLst>
              <a:gd name="T0" fmla="*/ 1027535 w 3807"/>
              <a:gd name="T1" fmla="*/ 421530 h 4578"/>
              <a:gd name="T2" fmla="*/ 1012969 w 3807"/>
              <a:gd name="T3" fmla="*/ 343716 h 4578"/>
              <a:gd name="T4" fmla="*/ 1007143 w 3807"/>
              <a:gd name="T5" fmla="*/ 311258 h 4578"/>
              <a:gd name="T6" fmla="*/ 986334 w 3807"/>
              <a:gd name="T7" fmla="*/ 272559 h 4578"/>
              <a:gd name="T8" fmla="*/ 1073314 w 3807"/>
              <a:gd name="T9" fmla="*/ 24551 h 4578"/>
              <a:gd name="T10" fmla="*/ 885204 w 3807"/>
              <a:gd name="T11" fmla="*/ 8322 h 4578"/>
              <a:gd name="T12" fmla="*/ 685024 w 3807"/>
              <a:gd name="T13" fmla="*/ 99453 h 4578"/>
              <a:gd name="T14" fmla="*/ 568495 w 3807"/>
              <a:gd name="T15" fmla="*/ 26216 h 4578"/>
              <a:gd name="T16" fmla="*/ 476936 w 3807"/>
              <a:gd name="T17" fmla="*/ 89882 h 4578"/>
              <a:gd name="T18" fmla="*/ 605534 w 3807"/>
              <a:gd name="T19" fmla="*/ 303768 h 4578"/>
              <a:gd name="T20" fmla="*/ 574321 w 3807"/>
              <a:gd name="T21" fmla="*/ 334977 h 4578"/>
              <a:gd name="T22" fmla="*/ 598459 w 3807"/>
              <a:gd name="T23" fmla="*/ 377421 h 4578"/>
              <a:gd name="T24" fmla="*/ 325032 w 3807"/>
              <a:gd name="T25" fmla="*/ 603375 h 4578"/>
              <a:gd name="T26" fmla="*/ 174377 w 3807"/>
              <a:gd name="T27" fmla="*/ 800200 h 4578"/>
              <a:gd name="T28" fmla="*/ 37040 w 3807"/>
              <a:gd name="T29" fmla="*/ 1164305 h 4578"/>
              <a:gd name="T30" fmla="*/ 9156 w 3807"/>
              <a:gd name="T31" fmla="*/ 1559204 h 4578"/>
              <a:gd name="T32" fmla="*/ 68253 w 3807"/>
              <a:gd name="T33" fmla="*/ 1722739 h 4578"/>
              <a:gd name="T34" fmla="*/ 192689 w 3807"/>
              <a:gd name="T35" fmla="*/ 1839669 h 4578"/>
              <a:gd name="T36" fmla="*/ 395366 w 3807"/>
              <a:gd name="T37" fmla="*/ 1892516 h 4578"/>
              <a:gd name="T38" fmla="*/ 1220640 w 3807"/>
              <a:gd name="T39" fmla="*/ 1889604 h 4578"/>
              <a:gd name="T40" fmla="*/ 1412081 w 3807"/>
              <a:gd name="T41" fmla="*/ 1827185 h 4578"/>
              <a:gd name="T42" fmla="*/ 1527361 w 3807"/>
              <a:gd name="T43" fmla="*/ 1703182 h 4578"/>
              <a:gd name="T44" fmla="*/ 1581464 w 3807"/>
              <a:gd name="T45" fmla="*/ 1510102 h 4578"/>
              <a:gd name="T46" fmla="*/ 1533604 w 3807"/>
              <a:gd name="T47" fmla="*/ 1111042 h 4578"/>
              <a:gd name="T48" fmla="*/ 1388359 w 3807"/>
              <a:gd name="T49" fmla="*/ 762333 h 4578"/>
              <a:gd name="T50" fmla="*/ 1125753 w 3807"/>
              <a:gd name="T51" fmla="*/ 1626615 h 4578"/>
              <a:gd name="T52" fmla="*/ 969271 w 3807"/>
              <a:gd name="T53" fmla="*/ 1655328 h 4578"/>
              <a:gd name="T54" fmla="*/ 717485 w 3807"/>
              <a:gd name="T55" fmla="*/ 1631609 h 4578"/>
              <a:gd name="T56" fmla="*/ 531039 w 3807"/>
              <a:gd name="T57" fmla="*/ 1654495 h 4578"/>
              <a:gd name="T58" fmla="*/ 500658 w 3807"/>
              <a:gd name="T59" fmla="*/ 1596239 h 4578"/>
              <a:gd name="T60" fmla="*/ 608447 w 3807"/>
              <a:gd name="T61" fmla="*/ 1495121 h 4578"/>
              <a:gd name="T62" fmla="*/ 643822 w 3807"/>
              <a:gd name="T63" fmla="*/ 1398581 h 4578"/>
              <a:gd name="T64" fmla="*/ 433654 w 3807"/>
              <a:gd name="T65" fmla="*/ 1333666 h 4578"/>
              <a:gd name="T66" fmla="*/ 442394 w 3807"/>
              <a:gd name="T67" fmla="*/ 1266255 h 4578"/>
              <a:gd name="T68" fmla="*/ 459457 w 3807"/>
              <a:gd name="T69" fmla="*/ 1180534 h 4578"/>
              <a:gd name="T70" fmla="*/ 422417 w 3807"/>
              <a:gd name="T71" fmla="*/ 1121861 h 4578"/>
              <a:gd name="T72" fmla="*/ 479849 w 3807"/>
              <a:gd name="T73" fmla="*/ 1068598 h 4578"/>
              <a:gd name="T74" fmla="*/ 581812 w 3807"/>
              <a:gd name="T75" fmla="*/ 896324 h 4578"/>
              <a:gd name="T76" fmla="*/ 696260 w 3807"/>
              <a:gd name="T77" fmla="*/ 757339 h 4578"/>
              <a:gd name="T78" fmla="*/ 881874 w 3807"/>
              <a:gd name="T79" fmla="*/ 720721 h 4578"/>
              <a:gd name="T80" fmla="*/ 1050425 w 3807"/>
              <a:gd name="T81" fmla="*/ 779394 h 4578"/>
              <a:gd name="T82" fmla="*/ 1151555 w 3807"/>
              <a:gd name="T83" fmla="*/ 917546 h 4578"/>
              <a:gd name="T84" fmla="*/ 1133660 w 3807"/>
              <a:gd name="T85" fmla="*/ 993280 h 4578"/>
              <a:gd name="T86" fmla="*/ 1076644 w 3807"/>
              <a:gd name="T87" fmla="*/ 969977 h 4578"/>
              <a:gd name="T88" fmla="*/ 1002981 w 3807"/>
              <a:gd name="T89" fmla="*/ 843476 h 4578"/>
              <a:gd name="T90" fmla="*/ 901018 w 3807"/>
              <a:gd name="T91" fmla="*/ 794790 h 4578"/>
              <a:gd name="T92" fmla="*/ 785322 w 3807"/>
              <a:gd name="T93" fmla="*/ 811435 h 4578"/>
              <a:gd name="T94" fmla="*/ 715820 w 3807"/>
              <a:gd name="T95" fmla="*/ 887585 h 4578"/>
              <a:gd name="T96" fmla="*/ 726225 w 3807"/>
              <a:gd name="T97" fmla="*/ 1059027 h 4578"/>
              <a:gd name="T98" fmla="*/ 970519 w 3807"/>
              <a:gd name="T99" fmla="*/ 1106048 h 4578"/>
              <a:gd name="T100" fmla="*/ 940555 w 3807"/>
              <a:gd name="T101" fmla="*/ 1175957 h 4578"/>
              <a:gd name="T102" fmla="*/ 928070 w 3807"/>
              <a:gd name="T103" fmla="*/ 1261678 h 4578"/>
              <a:gd name="T104" fmla="*/ 970103 w 3807"/>
              <a:gd name="T105" fmla="*/ 1320767 h 4578"/>
              <a:gd name="T106" fmla="*/ 903515 w 3807"/>
              <a:gd name="T107" fmla="*/ 1375695 h 4578"/>
              <a:gd name="T108" fmla="*/ 739959 w 3807"/>
              <a:gd name="T109" fmla="*/ 1503028 h 4578"/>
              <a:gd name="T110" fmla="*/ 759103 w 3807"/>
              <a:gd name="T111" fmla="*/ 1554626 h 4578"/>
              <a:gd name="T112" fmla="*/ 1006727 w 3807"/>
              <a:gd name="T113" fmla="*/ 1570855 h 4578"/>
              <a:gd name="T114" fmla="*/ 1138238 w 3807"/>
              <a:gd name="T115" fmla="*/ 1524250 h 4578"/>
              <a:gd name="T116" fmla="*/ 1182352 w 3807"/>
              <a:gd name="T117" fmla="*/ 1548801 h 4578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3807" h="4578">
                <a:moveTo>
                  <a:pt x="3118" y="1530"/>
                </a:moveTo>
                <a:lnTo>
                  <a:pt x="3118" y="1530"/>
                </a:lnTo>
                <a:lnTo>
                  <a:pt x="3099" y="1512"/>
                </a:lnTo>
                <a:lnTo>
                  <a:pt x="3077" y="1494"/>
                </a:lnTo>
                <a:lnTo>
                  <a:pt x="3031" y="1454"/>
                </a:lnTo>
                <a:lnTo>
                  <a:pt x="2980" y="1413"/>
                </a:lnTo>
                <a:lnTo>
                  <a:pt x="2925" y="1371"/>
                </a:lnTo>
                <a:lnTo>
                  <a:pt x="2809" y="1285"/>
                </a:lnTo>
                <a:lnTo>
                  <a:pt x="2692" y="1197"/>
                </a:lnTo>
                <a:lnTo>
                  <a:pt x="2636" y="1154"/>
                </a:lnTo>
                <a:lnTo>
                  <a:pt x="2582" y="1112"/>
                </a:lnTo>
                <a:lnTo>
                  <a:pt x="2533" y="1071"/>
                </a:lnTo>
                <a:lnTo>
                  <a:pt x="2510" y="1052"/>
                </a:lnTo>
                <a:lnTo>
                  <a:pt x="2489" y="1031"/>
                </a:lnTo>
                <a:lnTo>
                  <a:pt x="2469" y="1013"/>
                </a:lnTo>
                <a:lnTo>
                  <a:pt x="2451" y="995"/>
                </a:lnTo>
                <a:lnTo>
                  <a:pt x="2434" y="976"/>
                </a:lnTo>
                <a:lnTo>
                  <a:pt x="2419" y="959"/>
                </a:lnTo>
                <a:lnTo>
                  <a:pt x="2407" y="943"/>
                </a:lnTo>
                <a:lnTo>
                  <a:pt x="2396" y="926"/>
                </a:lnTo>
                <a:lnTo>
                  <a:pt x="2388" y="911"/>
                </a:lnTo>
                <a:lnTo>
                  <a:pt x="2383" y="897"/>
                </a:lnTo>
                <a:lnTo>
                  <a:pt x="2370" y="857"/>
                </a:lnTo>
                <a:lnTo>
                  <a:pt x="2386" y="854"/>
                </a:lnTo>
                <a:lnTo>
                  <a:pt x="2400" y="850"/>
                </a:lnTo>
                <a:lnTo>
                  <a:pt x="2413" y="844"/>
                </a:lnTo>
                <a:lnTo>
                  <a:pt x="2424" y="836"/>
                </a:lnTo>
                <a:lnTo>
                  <a:pt x="2434" y="826"/>
                </a:lnTo>
                <a:lnTo>
                  <a:pt x="2437" y="821"/>
                </a:lnTo>
                <a:lnTo>
                  <a:pt x="2440" y="816"/>
                </a:lnTo>
                <a:lnTo>
                  <a:pt x="2443" y="811"/>
                </a:lnTo>
                <a:lnTo>
                  <a:pt x="2445" y="805"/>
                </a:lnTo>
                <a:lnTo>
                  <a:pt x="2446" y="799"/>
                </a:lnTo>
                <a:lnTo>
                  <a:pt x="2446" y="794"/>
                </a:lnTo>
                <a:lnTo>
                  <a:pt x="2446" y="787"/>
                </a:lnTo>
                <a:lnTo>
                  <a:pt x="2444" y="781"/>
                </a:lnTo>
                <a:lnTo>
                  <a:pt x="2442" y="775"/>
                </a:lnTo>
                <a:lnTo>
                  <a:pt x="2439" y="768"/>
                </a:lnTo>
                <a:lnTo>
                  <a:pt x="2436" y="762"/>
                </a:lnTo>
                <a:lnTo>
                  <a:pt x="2431" y="757"/>
                </a:lnTo>
                <a:lnTo>
                  <a:pt x="2425" y="752"/>
                </a:lnTo>
                <a:lnTo>
                  <a:pt x="2420" y="748"/>
                </a:lnTo>
                <a:lnTo>
                  <a:pt x="2414" y="744"/>
                </a:lnTo>
                <a:lnTo>
                  <a:pt x="2407" y="740"/>
                </a:lnTo>
                <a:lnTo>
                  <a:pt x="2400" y="737"/>
                </a:lnTo>
                <a:lnTo>
                  <a:pt x="2392" y="734"/>
                </a:lnTo>
                <a:lnTo>
                  <a:pt x="2384" y="732"/>
                </a:lnTo>
                <a:lnTo>
                  <a:pt x="2376" y="731"/>
                </a:lnTo>
                <a:lnTo>
                  <a:pt x="2366" y="730"/>
                </a:lnTo>
                <a:lnTo>
                  <a:pt x="2357" y="730"/>
                </a:lnTo>
                <a:lnTo>
                  <a:pt x="2352" y="730"/>
                </a:lnTo>
                <a:lnTo>
                  <a:pt x="2354" y="716"/>
                </a:lnTo>
                <a:lnTo>
                  <a:pt x="2356" y="704"/>
                </a:lnTo>
                <a:lnTo>
                  <a:pt x="2359" y="691"/>
                </a:lnTo>
                <a:lnTo>
                  <a:pt x="2362" y="680"/>
                </a:lnTo>
                <a:lnTo>
                  <a:pt x="2370" y="655"/>
                </a:lnTo>
                <a:lnTo>
                  <a:pt x="2382" y="630"/>
                </a:lnTo>
                <a:lnTo>
                  <a:pt x="2395" y="604"/>
                </a:lnTo>
                <a:lnTo>
                  <a:pt x="2410" y="577"/>
                </a:lnTo>
                <a:lnTo>
                  <a:pt x="2445" y="515"/>
                </a:lnTo>
                <a:lnTo>
                  <a:pt x="2464" y="479"/>
                </a:lnTo>
                <a:lnTo>
                  <a:pt x="2486" y="438"/>
                </a:lnTo>
                <a:lnTo>
                  <a:pt x="2507" y="394"/>
                </a:lnTo>
                <a:lnTo>
                  <a:pt x="2530" y="343"/>
                </a:lnTo>
                <a:lnTo>
                  <a:pt x="2554" y="286"/>
                </a:lnTo>
                <a:lnTo>
                  <a:pt x="2578" y="222"/>
                </a:lnTo>
                <a:lnTo>
                  <a:pt x="2602" y="152"/>
                </a:lnTo>
                <a:lnTo>
                  <a:pt x="2614" y="113"/>
                </a:lnTo>
                <a:lnTo>
                  <a:pt x="2627" y="74"/>
                </a:lnTo>
                <a:lnTo>
                  <a:pt x="2579" y="59"/>
                </a:lnTo>
                <a:lnTo>
                  <a:pt x="2535" y="47"/>
                </a:lnTo>
                <a:lnTo>
                  <a:pt x="2494" y="36"/>
                </a:lnTo>
                <a:lnTo>
                  <a:pt x="2455" y="27"/>
                </a:lnTo>
                <a:lnTo>
                  <a:pt x="2418" y="19"/>
                </a:lnTo>
                <a:lnTo>
                  <a:pt x="2384" y="13"/>
                </a:lnTo>
                <a:lnTo>
                  <a:pt x="2352" y="8"/>
                </a:lnTo>
                <a:lnTo>
                  <a:pt x="2322" y="3"/>
                </a:lnTo>
                <a:lnTo>
                  <a:pt x="2293" y="1"/>
                </a:lnTo>
                <a:lnTo>
                  <a:pt x="2265" y="0"/>
                </a:lnTo>
                <a:lnTo>
                  <a:pt x="2240" y="0"/>
                </a:lnTo>
                <a:lnTo>
                  <a:pt x="2216" y="2"/>
                </a:lnTo>
                <a:lnTo>
                  <a:pt x="2193" y="5"/>
                </a:lnTo>
                <a:lnTo>
                  <a:pt x="2171" y="10"/>
                </a:lnTo>
                <a:lnTo>
                  <a:pt x="2148" y="14"/>
                </a:lnTo>
                <a:lnTo>
                  <a:pt x="2127" y="20"/>
                </a:lnTo>
                <a:lnTo>
                  <a:pt x="2107" y="27"/>
                </a:lnTo>
                <a:lnTo>
                  <a:pt x="2086" y="35"/>
                </a:lnTo>
                <a:lnTo>
                  <a:pt x="2065" y="44"/>
                </a:lnTo>
                <a:lnTo>
                  <a:pt x="2044" y="54"/>
                </a:lnTo>
                <a:lnTo>
                  <a:pt x="2002" y="78"/>
                </a:lnTo>
                <a:lnTo>
                  <a:pt x="1957" y="103"/>
                </a:lnTo>
                <a:lnTo>
                  <a:pt x="1907" y="132"/>
                </a:lnTo>
                <a:lnTo>
                  <a:pt x="1852" y="163"/>
                </a:lnTo>
                <a:lnTo>
                  <a:pt x="1791" y="197"/>
                </a:lnTo>
                <a:lnTo>
                  <a:pt x="1757" y="215"/>
                </a:lnTo>
                <a:lnTo>
                  <a:pt x="1720" y="234"/>
                </a:lnTo>
                <a:lnTo>
                  <a:pt x="1694" y="238"/>
                </a:lnTo>
                <a:lnTo>
                  <a:pt x="1670" y="240"/>
                </a:lnTo>
                <a:lnTo>
                  <a:pt x="1646" y="239"/>
                </a:lnTo>
                <a:lnTo>
                  <a:pt x="1624" y="237"/>
                </a:lnTo>
                <a:lnTo>
                  <a:pt x="1603" y="233"/>
                </a:lnTo>
                <a:lnTo>
                  <a:pt x="1584" y="225"/>
                </a:lnTo>
                <a:lnTo>
                  <a:pt x="1566" y="218"/>
                </a:lnTo>
                <a:lnTo>
                  <a:pt x="1548" y="209"/>
                </a:lnTo>
                <a:lnTo>
                  <a:pt x="1532" y="199"/>
                </a:lnTo>
                <a:lnTo>
                  <a:pt x="1516" y="188"/>
                </a:lnTo>
                <a:lnTo>
                  <a:pt x="1500" y="176"/>
                </a:lnTo>
                <a:lnTo>
                  <a:pt x="1486" y="162"/>
                </a:lnTo>
                <a:lnTo>
                  <a:pt x="1457" y="136"/>
                </a:lnTo>
                <a:lnTo>
                  <a:pt x="1428" y="109"/>
                </a:lnTo>
                <a:lnTo>
                  <a:pt x="1413" y="97"/>
                </a:lnTo>
                <a:lnTo>
                  <a:pt x="1398" y="85"/>
                </a:lnTo>
                <a:lnTo>
                  <a:pt x="1382" y="73"/>
                </a:lnTo>
                <a:lnTo>
                  <a:pt x="1366" y="63"/>
                </a:lnTo>
                <a:lnTo>
                  <a:pt x="1350" y="53"/>
                </a:lnTo>
                <a:lnTo>
                  <a:pt x="1331" y="45"/>
                </a:lnTo>
                <a:lnTo>
                  <a:pt x="1313" y="38"/>
                </a:lnTo>
                <a:lnTo>
                  <a:pt x="1293" y="33"/>
                </a:lnTo>
                <a:lnTo>
                  <a:pt x="1271" y="30"/>
                </a:lnTo>
                <a:lnTo>
                  <a:pt x="1249" y="29"/>
                </a:lnTo>
                <a:lnTo>
                  <a:pt x="1225" y="31"/>
                </a:lnTo>
                <a:lnTo>
                  <a:pt x="1199" y="35"/>
                </a:lnTo>
                <a:lnTo>
                  <a:pt x="1171" y="41"/>
                </a:lnTo>
                <a:lnTo>
                  <a:pt x="1142" y="50"/>
                </a:lnTo>
                <a:lnTo>
                  <a:pt x="1110" y="63"/>
                </a:lnTo>
                <a:lnTo>
                  <a:pt x="1077" y="79"/>
                </a:lnTo>
                <a:lnTo>
                  <a:pt x="1112" y="150"/>
                </a:lnTo>
                <a:lnTo>
                  <a:pt x="1146" y="216"/>
                </a:lnTo>
                <a:lnTo>
                  <a:pt x="1179" y="275"/>
                </a:lnTo>
                <a:lnTo>
                  <a:pt x="1211" y="330"/>
                </a:lnTo>
                <a:lnTo>
                  <a:pt x="1242" y="379"/>
                </a:lnTo>
                <a:lnTo>
                  <a:pt x="1270" y="424"/>
                </a:lnTo>
                <a:lnTo>
                  <a:pt x="1298" y="465"/>
                </a:lnTo>
                <a:lnTo>
                  <a:pt x="1324" y="503"/>
                </a:lnTo>
                <a:lnTo>
                  <a:pt x="1370" y="568"/>
                </a:lnTo>
                <a:lnTo>
                  <a:pt x="1390" y="597"/>
                </a:lnTo>
                <a:lnTo>
                  <a:pt x="1408" y="625"/>
                </a:lnTo>
                <a:lnTo>
                  <a:pt x="1423" y="652"/>
                </a:lnTo>
                <a:lnTo>
                  <a:pt x="1436" y="678"/>
                </a:lnTo>
                <a:lnTo>
                  <a:pt x="1442" y="691"/>
                </a:lnTo>
                <a:lnTo>
                  <a:pt x="1447" y="704"/>
                </a:lnTo>
                <a:lnTo>
                  <a:pt x="1452" y="716"/>
                </a:lnTo>
                <a:lnTo>
                  <a:pt x="1455" y="730"/>
                </a:lnTo>
                <a:lnTo>
                  <a:pt x="1439" y="733"/>
                </a:lnTo>
                <a:lnTo>
                  <a:pt x="1425" y="738"/>
                </a:lnTo>
                <a:lnTo>
                  <a:pt x="1412" y="744"/>
                </a:lnTo>
                <a:lnTo>
                  <a:pt x="1401" y="751"/>
                </a:lnTo>
                <a:lnTo>
                  <a:pt x="1391" y="760"/>
                </a:lnTo>
                <a:lnTo>
                  <a:pt x="1387" y="765"/>
                </a:lnTo>
                <a:lnTo>
                  <a:pt x="1384" y="770"/>
                </a:lnTo>
                <a:lnTo>
                  <a:pt x="1382" y="776"/>
                </a:lnTo>
                <a:lnTo>
                  <a:pt x="1380" y="782"/>
                </a:lnTo>
                <a:lnTo>
                  <a:pt x="1379" y="788"/>
                </a:lnTo>
                <a:lnTo>
                  <a:pt x="1378" y="794"/>
                </a:lnTo>
                <a:lnTo>
                  <a:pt x="1379" y="799"/>
                </a:lnTo>
                <a:lnTo>
                  <a:pt x="1380" y="805"/>
                </a:lnTo>
                <a:lnTo>
                  <a:pt x="1382" y="811"/>
                </a:lnTo>
                <a:lnTo>
                  <a:pt x="1384" y="816"/>
                </a:lnTo>
                <a:lnTo>
                  <a:pt x="1387" y="821"/>
                </a:lnTo>
                <a:lnTo>
                  <a:pt x="1391" y="826"/>
                </a:lnTo>
                <a:lnTo>
                  <a:pt x="1401" y="836"/>
                </a:lnTo>
                <a:lnTo>
                  <a:pt x="1412" y="843"/>
                </a:lnTo>
                <a:lnTo>
                  <a:pt x="1425" y="850"/>
                </a:lnTo>
                <a:lnTo>
                  <a:pt x="1439" y="854"/>
                </a:lnTo>
                <a:lnTo>
                  <a:pt x="1455" y="857"/>
                </a:lnTo>
                <a:lnTo>
                  <a:pt x="1454" y="866"/>
                </a:lnTo>
                <a:lnTo>
                  <a:pt x="1451" y="876"/>
                </a:lnTo>
                <a:lnTo>
                  <a:pt x="1445" y="892"/>
                </a:lnTo>
                <a:lnTo>
                  <a:pt x="1438" y="907"/>
                </a:lnTo>
                <a:lnTo>
                  <a:pt x="1428" y="923"/>
                </a:lnTo>
                <a:lnTo>
                  <a:pt x="1416" y="941"/>
                </a:lnTo>
                <a:lnTo>
                  <a:pt x="1401" y="959"/>
                </a:lnTo>
                <a:lnTo>
                  <a:pt x="1384" y="977"/>
                </a:lnTo>
                <a:lnTo>
                  <a:pt x="1366" y="997"/>
                </a:lnTo>
                <a:lnTo>
                  <a:pt x="1346" y="1016"/>
                </a:lnTo>
                <a:lnTo>
                  <a:pt x="1323" y="1035"/>
                </a:lnTo>
                <a:lnTo>
                  <a:pt x="1300" y="1056"/>
                </a:lnTo>
                <a:lnTo>
                  <a:pt x="1249" y="1097"/>
                </a:lnTo>
                <a:lnTo>
                  <a:pt x="1194" y="1141"/>
                </a:lnTo>
                <a:lnTo>
                  <a:pt x="1136" y="1185"/>
                </a:lnTo>
                <a:lnTo>
                  <a:pt x="1014" y="1275"/>
                </a:lnTo>
                <a:lnTo>
                  <a:pt x="893" y="1363"/>
                </a:lnTo>
                <a:lnTo>
                  <a:pt x="835" y="1407"/>
                </a:lnTo>
                <a:lnTo>
                  <a:pt x="781" y="1450"/>
                </a:lnTo>
                <a:lnTo>
                  <a:pt x="732" y="1491"/>
                </a:lnTo>
                <a:lnTo>
                  <a:pt x="710" y="1511"/>
                </a:lnTo>
                <a:lnTo>
                  <a:pt x="689" y="1530"/>
                </a:lnTo>
                <a:lnTo>
                  <a:pt x="666" y="1554"/>
                </a:lnTo>
                <a:lnTo>
                  <a:pt x="643" y="1579"/>
                </a:lnTo>
                <a:lnTo>
                  <a:pt x="619" y="1608"/>
                </a:lnTo>
                <a:lnTo>
                  <a:pt x="595" y="1639"/>
                </a:lnTo>
                <a:lnTo>
                  <a:pt x="570" y="1673"/>
                </a:lnTo>
                <a:lnTo>
                  <a:pt x="546" y="1709"/>
                </a:lnTo>
                <a:lnTo>
                  <a:pt x="520" y="1747"/>
                </a:lnTo>
                <a:lnTo>
                  <a:pt x="495" y="1788"/>
                </a:lnTo>
                <a:lnTo>
                  <a:pt x="470" y="1832"/>
                </a:lnTo>
                <a:lnTo>
                  <a:pt x="444" y="1877"/>
                </a:lnTo>
                <a:lnTo>
                  <a:pt x="419" y="1923"/>
                </a:lnTo>
                <a:lnTo>
                  <a:pt x="393" y="1972"/>
                </a:lnTo>
                <a:lnTo>
                  <a:pt x="369" y="2023"/>
                </a:lnTo>
                <a:lnTo>
                  <a:pt x="343" y="2076"/>
                </a:lnTo>
                <a:lnTo>
                  <a:pt x="319" y="2130"/>
                </a:lnTo>
                <a:lnTo>
                  <a:pt x="294" y="2185"/>
                </a:lnTo>
                <a:lnTo>
                  <a:pt x="271" y="2242"/>
                </a:lnTo>
                <a:lnTo>
                  <a:pt x="247" y="2300"/>
                </a:lnTo>
                <a:lnTo>
                  <a:pt x="224" y="2359"/>
                </a:lnTo>
                <a:lnTo>
                  <a:pt x="203" y="2420"/>
                </a:lnTo>
                <a:lnTo>
                  <a:pt x="181" y="2482"/>
                </a:lnTo>
                <a:lnTo>
                  <a:pt x="161" y="2544"/>
                </a:lnTo>
                <a:lnTo>
                  <a:pt x="141" y="2606"/>
                </a:lnTo>
                <a:lnTo>
                  <a:pt x="122" y="2670"/>
                </a:lnTo>
                <a:lnTo>
                  <a:pt x="105" y="2733"/>
                </a:lnTo>
                <a:lnTo>
                  <a:pt x="89" y="2798"/>
                </a:lnTo>
                <a:lnTo>
                  <a:pt x="73" y="2863"/>
                </a:lnTo>
                <a:lnTo>
                  <a:pt x="59" y="2928"/>
                </a:lnTo>
                <a:lnTo>
                  <a:pt x="46" y="2993"/>
                </a:lnTo>
                <a:lnTo>
                  <a:pt x="35" y="3058"/>
                </a:lnTo>
                <a:lnTo>
                  <a:pt x="24" y="3123"/>
                </a:lnTo>
                <a:lnTo>
                  <a:pt x="16" y="3188"/>
                </a:lnTo>
                <a:lnTo>
                  <a:pt x="10" y="3253"/>
                </a:lnTo>
                <a:lnTo>
                  <a:pt x="5" y="3317"/>
                </a:lnTo>
                <a:lnTo>
                  <a:pt x="1" y="3380"/>
                </a:lnTo>
                <a:lnTo>
                  <a:pt x="0" y="3443"/>
                </a:lnTo>
                <a:lnTo>
                  <a:pt x="0" y="3505"/>
                </a:lnTo>
                <a:lnTo>
                  <a:pt x="3" y="3567"/>
                </a:lnTo>
                <a:lnTo>
                  <a:pt x="7" y="3629"/>
                </a:lnTo>
                <a:lnTo>
                  <a:pt x="13" y="3688"/>
                </a:lnTo>
                <a:lnTo>
                  <a:pt x="22" y="3747"/>
                </a:lnTo>
                <a:lnTo>
                  <a:pt x="27" y="3775"/>
                </a:lnTo>
                <a:lnTo>
                  <a:pt x="32" y="3804"/>
                </a:lnTo>
                <a:lnTo>
                  <a:pt x="40" y="3832"/>
                </a:lnTo>
                <a:lnTo>
                  <a:pt x="46" y="3860"/>
                </a:lnTo>
                <a:lnTo>
                  <a:pt x="54" y="3887"/>
                </a:lnTo>
                <a:lnTo>
                  <a:pt x="62" y="3914"/>
                </a:lnTo>
                <a:lnTo>
                  <a:pt x="70" y="3941"/>
                </a:lnTo>
                <a:lnTo>
                  <a:pt x="80" y="3968"/>
                </a:lnTo>
                <a:lnTo>
                  <a:pt x="90" y="3993"/>
                </a:lnTo>
                <a:lnTo>
                  <a:pt x="101" y="4019"/>
                </a:lnTo>
                <a:lnTo>
                  <a:pt x="112" y="4044"/>
                </a:lnTo>
                <a:lnTo>
                  <a:pt x="124" y="4069"/>
                </a:lnTo>
                <a:lnTo>
                  <a:pt x="136" y="4093"/>
                </a:lnTo>
                <a:lnTo>
                  <a:pt x="150" y="4116"/>
                </a:lnTo>
                <a:lnTo>
                  <a:pt x="164" y="4140"/>
                </a:lnTo>
                <a:lnTo>
                  <a:pt x="179" y="4162"/>
                </a:lnTo>
                <a:lnTo>
                  <a:pt x="194" y="4185"/>
                </a:lnTo>
                <a:lnTo>
                  <a:pt x="211" y="4206"/>
                </a:lnTo>
                <a:lnTo>
                  <a:pt x="227" y="4227"/>
                </a:lnTo>
                <a:lnTo>
                  <a:pt x="244" y="4248"/>
                </a:lnTo>
                <a:lnTo>
                  <a:pt x="263" y="4268"/>
                </a:lnTo>
                <a:lnTo>
                  <a:pt x="282" y="4288"/>
                </a:lnTo>
                <a:lnTo>
                  <a:pt x="302" y="4307"/>
                </a:lnTo>
                <a:lnTo>
                  <a:pt x="323" y="4325"/>
                </a:lnTo>
                <a:lnTo>
                  <a:pt x="344" y="4343"/>
                </a:lnTo>
                <a:lnTo>
                  <a:pt x="367" y="4360"/>
                </a:lnTo>
                <a:lnTo>
                  <a:pt x="389" y="4376"/>
                </a:lnTo>
                <a:lnTo>
                  <a:pt x="413" y="4391"/>
                </a:lnTo>
                <a:lnTo>
                  <a:pt x="438" y="4407"/>
                </a:lnTo>
                <a:lnTo>
                  <a:pt x="463" y="4421"/>
                </a:lnTo>
                <a:lnTo>
                  <a:pt x="490" y="4435"/>
                </a:lnTo>
                <a:lnTo>
                  <a:pt x="516" y="4449"/>
                </a:lnTo>
                <a:lnTo>
                  <a:pt x="545" y="4461"/>
                </a:lnTo>
                <a:lnTo>
                  <a:pt x="573" y="4472"/>
                </a:lnTo>
                <a:lnTo>
                  <a:pt x="603" y="4483"/>
                </a:lnTo>
                <a:lnTo>
                  <a:pt x="634" y="4493"/>
                </a:lnTo>
                <a:lnTo>
                  <a:pt x="665" y="4503"/>
                </a:lnTo>
                <a:lnTo>
                  <a:pt x="698" y="4511"/>
                </a:lnTo>
                <a:lnTo>
                  <a:pt x="731" y="4519"/>
                </a:lnTo>
                <a:lnTo>
                  <a:pt x="765" y="4526"/>
                </a:lnTo>
                <a:lnTo>
                  <a:pt x="801" y="4532"/>
                </a:lnTo>
                <a:lnTo>
                  <a:pt x="836" y="4537"/>
                </a:lnTo>
                <a:lnTo>
                  <a:pt x="873" y="4541"/>
                </a:lnTo>
                <a:lnTo>
                  <a:pt x="912" y="4545"/>
                </a:lnTo>
                <a:lnTo>
                  <a:pt x="950" y="4548"/>
                </a:lnTo>
                <a:lnTo>
                  <a:pt x="990" y="4549"/>
                </a:lnTo>
                <a:lnTo>
                  <a:pt x="1475" y="4566"/>
                </a:lnTo>
                <a:lnTo>
                  <a:pt x="1751" y="4575"/>
                </a:lnTo>
                <a:lnTo>
                  <a:pt x="1874" y="4578"/>
                </a:lnTo>
                <a:lnTo>
                  <a:pt x="1903" y="4578"/>
                </a:lnTo>
                <a:lnTo>
                  <a:pt x="1932" y="4578"/>
                </a:lnTo>
                <a:lnTo>
                  <a:pt x="2056" y="4575"/>
                </a:lnTo>
                <a:lnTo>
                  <a:pt x="2332" y="4566"/>
                </a:lnTo>
                <a:lnTo>
                  <a:pt x="2817" y="4549"/>
                </a:lnTo>
                <a:lnTo>
                  <a:pt x="2856" y="4548"/>
                </a:lnTo>
                <a:lnTo>
                  <a:pt x="2895" y="4545"/>
                </a:lnTo>
                <a:lnTo>
                  <a:pt x="2933" y="4541"/>
                </a:lnTo>
                <a:lnTo>
                  <a:pt x="2970" y="4537"/>
                </a:lnTo>
                <a:lnTo>
                  <a:pt x="3006" y="4532"/>
                </a:lnTo>
                <a:lnTo>
                  <a:pt x="3042" y="4526"/>
                </a:lnTo>
                <a:lnTo>
                  <a:pt x="3075" y="4519"/>
                </a:lnTo>
                <a:lnTo>
                  <a:pt x="3109" y="4511"/>
                </a:lnTo>
                <a:lnTo>
                  <a:pt x="3142" y="4503"/>
                </a:lnTo>
                <a:lnTo>
                  <a:pt x="3173" y="4493"/>
                </a:lnTo>
                <a:lnTo>
                  <a:pt x="3204" y="4483"/>
                </a:lnTo>
                <a:lnTo>
                  <a:pt x="3233" y="4472"/>
                </a:lnTo>
                <a:lnTo>
                  <a:pt x="3262" y="4461"/>
                </a:lnTo>
                <a:lnTo>
                  <a:pt x="3290" y="4449"/>
                </a:lnTo>
                <a:lnTo>
                  <a:pt x="3317" y="4435"/>
                </a:lnTo>
                <a:lnTo>
                  <a:pt x="3343" y="4421"/>
                </a:lnTo>
                <a:lnTo>
                  <a:pt x="3369" y="4407"/>
                </a:lnTo>
                <a:lnTo>
                  <a:pt x="3393" y="4391"/>
                </a:lnTo>
                <a:lnTo>
                  <a:pt x="3418" y="4376"/>
                </a:lnTo>
                <a:lnTo>
                  <a:pt x="3440" y="4360"/>
                </a:lnTo>
                <a:lnTo>
                  <a:pt x="3462" y="4343"/>
                </a:lnTo>
                <a:lnTo>
                  <a:pt x="3484" y="4325"/>
                </a:lnTo>
                <a:lnTo>
                  <a:pt x="3504" y="4307"/>
                </a:lnTo>
                <a:lnTo>
                  <a:pt x="3525" y="4288"/>
                </a:lnTo>
                <a:lnTo>
                  <a:pt x="3544" y="4268"/>
                </a:lnTo>
                <a:lnTo>
                  <a:pt x="3562" y="4248"/>
                </a:lnTo>
                <a:lnTo>
                  <a:pt x="3580" y="4227"/>
                </a:lnTo>
                <a:lnTo>
                  <a:pt x="3596" y="4206"/>
                </a:lnTo>
                <a:lnTo>
                  <a:pt x="3612" y="4185"/>
                </a:lnTo>
                <a:lnTo>
                  <a:pt x="3628" y="4162"/>
                </a:lnTo>
                <a:lnTo>
                  <a:pt x="3643" y="4140"/>
                </a:lnTo>
                <a:lnTo>
                  <a:pt x="3657" y="4116"/>
                </a:lnTo>
                <a:lnTo>
                  <a:pt x="3670" y="4093"/>
                </a:lnTo>
                <a:lnTo>
                  <a:pt x="3683" y="4069"/>
                </a:lnTo>
                <a:lnTo>
                  <a:pt x="3695" y="4044"/>
                </a:lnTo>
                <a:lnTo>
                  <a:pt x="3706" y="4019"/>
                </a:lnTo>
                <a:lnTo>
                  <a:pt x="3716" y="3993"/>
                </a:lnTo>
                <a:lnTo>
                  <a:pt x="3726" y="3968"/>
                </a:lnTo>
                <a:lnTo>
                  <a:pt x="3737" y="3941"/>
                </a:lnTo>
                <a:lnTo>
                  <a:pt x="3745" y="3914"/>
                </a:lnTo>
                <a:lnTo>
                  <a:pt x="3753" y="3887"/>
                </a:lnTo>
                <a:lnTo>
                  <a:pt x="3760" y="3860"/>
                </a:lnTo>
                <a:lnTo>
                  <a:pt x="3767" y="3832"/>
                </a:lnTo>
                <a:lnTo>
                  <a:pt x="3774" y="3804"/>
                </a:lnTo>
                <a:lnTo>
                  <a:pt x="3779" y="3775"/>
                </a:lnTo>
                <a:lnTo>
                  <a:pt x="3784" y="3747"/>
                </a:lnTo>
                <a:lnTo>
                  <a:pt x="3794" y="3688"/>
                </a:lnTo>
                <a:lnTo>
                  <a:pt x="3800" y="3629"/>
                </a:lnTo>
                <a:lnTo>
                  <a:pt x="3804" y="3567"/>
                </a:lnTo>
                <a:lnTo>
                  <a:pt x="3807" y="3505"/>
                </a:lnTo>
                <a:lnTo>
                  <a:pt x="3807" y="3443"/>
                </a:lnTo>
                <a:lnTo>
                  <a:pt x="3806" y="3380"/>
                </a:lnTo>
                <a:lnTo>
                  <a:pt x="3802" y="3317"/>
                </a:lnTo>
                <a:lnTo>
                  <a:pt x="3797" y="3253"/>
                </a:lnTo>
                <a:lnTo>
                  <a:pt x="3791" y="3188"/>
                </a:lnTo>
                <a:lnTo>
                  <a:pt x="3781" y="3123"/>
                </a:lnTo>
                <a:lnTo>
                  <a:pt x="3772" y="3058"/>
                </a:lnTo>
                <a:lnTo>
                  <a:pt x="3761" y="2993"/>
                </a:lnTo>
                <a:lnTo>
                  <a:pt x="3748" y="2928"/>
                </a:lnTo>
                <a:lnTo>
                  <a:pt x="3733" y="2863"/>
                </a:lnTo>
                <a:lnTo>
                  <a:pt x="3718" y="2798"/>
                </a:lnTo>
                <a:lnTo>
                  <a:pt x="3702" y="2733"/>
                </a:lnTo>
                <a:lnTo>
                  <a:pt x="3685" y="2670"/>
                </a:lnTo>
                <a:lnTo>
                  <a:pt x="3665" y="2606"/>
                </a:lnTo>
                <a:lnTo>
                  <a:pt x="3646" y="2544"/>
                </a:lnTo>
                <a:lnTo>
                  <a:pt x="3625" y="2482"/>
                </a:lnTo>
                <a:lnTo>
                  <a:pt x="3604" y="2420"/>
                </a:lnTo>
                <a:lnTo>
                  <a:pt x="3582" y="2359"/>
                </a:lnTo>
                <a:lnTo>
                  <a:pt x="3559" y="2300"/>
                </a:lnTo>
                <a:lnTo>
                  <a:pt x="3536" y="2242"/>
                </a:lnTo>
                <a:lnTo>
                  <a:pt x="3512" y="2185"/>
                </a:lnTo>
                <a:lnTo>
                  <a:pt x="3488" y="2130"/>
                </a:lnTo>
                <a:lnTo>
                  <a:pt x="3463" y="2076"/>
                </a:lnTo>
                <a:lnTo>
                  <a:pt x="3438" y="2023"/>
                </a:lnTo>
                <a:lnTo>
                  <a:pt x="3413" y="1972"/>
                </a:lnTo>
                <a:lnTo>
                  <a:pt x="3388" y="1923"/>
                </a:lnTo>
                <a:lnTo>
                  <a:pt x="3363" y="1877"/>
                </a:lnTo>
                <a:lnTo>
                  <a:pt x="3336" y="1832"/>
                </a:lnTo>
                <a:lnTo>
                  <a:pt x="3311" y="1788"/>
                </a:lnTo>
                <a:lnTo>
                  <a:pt x="3286" y="1747"/>
                </a:lnTo>
                <a:lnTo>
                  <a:pt x="3261" y="1709"/>
                </a:lnTo>
                <a:lnTo>
                  <a:pt x="3236" y="1673"/>
                </a:lnTo>
                <a:lnTo>
                  <a:pt x="3211" y="1639"/>
                </a:lnTo>
                <a:lnTo>
                  <a:pt x="3187" y="1608"/>
                </a:lnTo>
                <a:lnTo>
                  <a:pt x="3164" y="1579"/>
                </a:lnTo>
                <a:lnTo>
                  <a:pt x="3141" y="1554"/>
                </a:lnTo>
                <a:lnTo>
                  <a:pt x="3118" y="1530"/>
                </a:lnTo>
                <a:close/>
                <a:moveTo>
                  <a:pt x="2776" y="3860"/>
                </a:moveTo>
                <a:lnTo>
                  <a:pt x="2776" y="3860"/>
                </a:lnTo>
                <a:lnTo>
                  <a:pt x="2751" y="3878"/>
                </a:lnTo>
                <a:lnTo>
                  <a:pt x="2728" y="3894"/>
                </a:lnTo>
                <a:lnTo>
                  <a:pt x="2705" y="3909"/>
                </a:lnTo>
                <a:lnTo>
                  <a:pt x="2681" y="3921"/>
                </a:lnTo>
                <a:lnTo>
                  <a:pt x="2660" y="3931"/>
                </a:lnTo>
                <a:lnTo>
                  <a:pt x="2638" y="3940"/>
                </a:lnTo>
                <a:lnTo>
                  <a:pt x="2617" y="3947"/>
                </a:lnTo>
                <a:lnTo>
                  <a:pt x="2597" y="3953"/>
                </a:lnTo>
                <a:lnTo>
                  <a:pt x="2577" y="3959"/>
                </a:lnTo>
                <a:lnTo>
                  <a:pt x="2558" y="3963"/>
                </a:lnTo>
                <a:lnTo>
                  <a:pt x="2521" y="3969"/>
                </a:lnTo>
                <a:lnTo>
                  <a:pt x="2487" y="3973"/>
                </a:lnTo>
                <a:lnTo>
                  <a:pt x="2455" y="3977"/>
                </a:lnTo>
                <a:lnTo>
                  <a:pt x="2428" y="3979"/>
                </a:lnTo>
                <a:lnTo>
                  <a:pt x="2398" y="3980"/>
                </a:lnTo>
                <a:lnTo>
                  <a:pt x="2365" y="3980"/>
                </a:lnTo>
                <a:lnTo>
                  <a:pt x="2329" y="3978"/>
                </a:lnTo>
                <a:lnTo>
                  <a:pt x="2289" y="3975"/>
                </a:lnTo>
                <a:lnTo>
                  <a:pt x="2246" y="3971"/>
                </a:lnTo>
                <a:lnTo>
                  <a:pt x="2199" y="3964"/>
                </a:lnTo>
                <a:lnTo>
                  <a:pt x="2149" y="3957"/>
                </a:lnTo>
                <a:lnTo>
                  <a:pt x="2046" y="3940"/>
                </a:lnTo>
                <a:lnTo>
                  <a:pt x="1956" y="3928"/>
                </a:lnTo>
                <a:lnTo>
                  <a:pt x="1916" y="3923"/>
                </a:lnTo>
                <a:lnTo>
                  <a:pt x="1879" y="3920"/>
                </a:lnTo>
                <a:lnTo>
                  <a:pt x="1847" y="3918"/>
                </a:lnTo>
                <a:lnTo>
                  <a:pt x="1818" y="3917"/>
                </a:lnTo>
                <a:lnTo>
                  <a:pt x="1786" y="3917"/>
                </a:lnTo>
                <a:lnTo>
                  <a:pt x="1754" y="3919"/>
                </a:lnTo>
                <a:lnTo>
                  <a:pt x="1724" y="3921"/>
                </a:lnTo>
                <a:lnTo>
                  <a:pt x="1692" y="3925"/>
                </a:lnTo>
                <a:lnTo>
                  <a:pt x="1661" y="3929"/>
                </a:lnTo>
                <a:lnTo>
                  <a:pt x="1631" y="3934"/>
                </a:lnTo>
                <a:lnTo>
                  <a:pt x="1601" y="3940"/>
                </a:lnTo>
                <a:lnTo>
                  <a:pt x="1573" y="3946"/>
                </a:lnTo>
                <a:lnTo>
                  <a:pt x="1516" y="3960"/>
                </a:lnTo>
                <a:lnTo>
                  <a:pt x="1462" y="3974"/>
                </a:lnTo>
                <a:lnTo>
                  <a:pt x="1362" y="4001"/>
                </a:lnTo>
                <a:lnTo>
                  <a:pt x="1350" y="4000"/>
                </a:lnTo>
                <a:lnTo>
                  <a:pt x="1338" y="3998"/>
                </a:lnTo>
                <a:lnTo>
                  <a:pt x="1327" y="3995"/>
                </a:lnTo>
                <a:lnTo>
                  <a:pt x="1317" y="3992"/>
                </a:lnTo>
                <a:lnTo>
                  <a:pt x="1296" y="3985"/>
                </a:lnTo>
                <a:lnTo>
                  <a:pt x="1276" y="3976"/>
                </a:lnTo>
                <a:lnTo>
                  <a:pt x="1259" y="3964"/>
                </a:lnTo>
                <a:lnTo>
                  <a:pt x="1243" y="3951"/>
                </a:lnTo>
                <a:lnTo>
                  <a:pt x="1229" y="3937"/>
                </a:lnTo>
                <a:lnTo>
                  <a:pt x="1223" y="3929"/>
                </a:lnTo>
                <a:lnTo>
                  <a:pt x="1218" y="3922"/>
                </a:lnTo>
                <a:lnTo>
                  <a:pt x="1213" y="3914"/>
                </a:lnTo>
                <a:lnTo>
                  <a:pt x="1209" y="3906"/>
                </a:lnTo>
                <a:lnTo>
                  <a:pt x="1206" y="3896"/>
                </a:lnTo>
                <a:lnTo>
                  <a:pt x="1203" y="3888"/>
                </a:lnTo>
                <a:lnTo>
                  <a:pt x="1201" y="3880"/>
                </a:lnTo>
                <a:lnTo>
                  <a:pt x="1200" y="3871"/>
                </a:lnTo>
                <a:lnTo>
                  <a:pt x="1199" y="3862"/>
                </a:lnTo>
                <a:lnTo>
                  <a:pt x="1200" y="3854"/>
                </a:lnTo>
                <a:lnTo>
                  <a:pt x="1201" y="3845"/>
                </a:lnTo>
                <a:lnTo>
                  <a:pt x="1203" y="3836"/>
                </a:lnTo>
                <a:lnTo>
                  <a:pt x="1206" y="3827"/>
                </a:lnTo>
                <a:lnTo>
                  <a:pt x="1210" y="3818"/>
                </a:lnTo>
                <a:lnTo>
                  <a:pt x="1215" y="3810"/>
                </a:lnTo>
                <a:lnTo>
                  <a:pt x="1220" y="3802"/>
                </a:lnTo>
                <a:lnTo>
                  <a:pt x="1227" y="3793"/>
                </a:lnTo>
                <a:lnTo>
                  <a:pt x="1236" y="3785"/>
                </a:lnTo>
                <a:lnTo>
                  <a:pt x="1288" y="3749"/>
                </a:lnTo>
                <a:lnTo>
                  <a:pt x="1314" y="3730"/>
                </a:lnTo>
                <a:lnTo>
                  <a:pt x="1341" y="3710"/>
                </a:lnTo>
                <a:lnTo>
                  <a:pt x="1367" y="3689"/>
                </a:lnTo>
                <a:lnTo>
                  <a:pt x="1392" y="3667"/>
                </a:lnTo>
                <a:lnTo>
                  <a:pt x="1417" y="3644"/>
                </a:lnTo>
                <a:lnTo>
                  <a:pt x="1440" y="3618"/>
                </a:lnTo>
                <a:lnTo>
                  <a:pt x="1462" y="3593"/>
                </a:lnTo>
                <a:lnTo>
                  <a:pt x="1472" y="3579"/>
                </a:lnTo>
                <a:lnTo>
                  <a:pt x="1482" y="3565"/>
                </a:lnTo>
                <a:lnTo>
                  <a:pt x="1491" y="3550"/>
                </a:lnTo>
                <a:lnTo>
                  <a:pt x="1499" y="3536"/>
                </a:lnTo>
                <a:lnTo>
                  <a:pt x="1508" y="3521"/>
                </a:lnTo>
                <a:lnTo>
                  <a:pt x="1515" y="3504"/>
                </a:lnTo>
                <a:lnTo>
                  <a:pt x="1522" y="3488"/>
                </a:lnTo>
                <a:lnTo>
                  <a:pt x="1528" y="3472"/>
                </a:lnTo>
                <a:lnTo>
                  <a:pt x="1533" y="3454"/>
                </a:lnTo>
                <a:lnTo>
                  <a:pt x="1537" y="3437"/>
                </a:lnTo>
                <a:lnTo>
                  <a:pt x="1541" y="3419"/>
                </a:lnTo>
                <a:lnTo>
                  <a:pt x="1544" y="3399"/>
                </a:lnTo>
                <a:lnTo>
                  <a:pt x="1546" y="3381"/>
                </a:lnTo>
                <a:lnTo>
                  <a:pt x="1547" y="3361"/>
                </a:lnTo>
                <a:lnTo>
                  <a:pt x="1547" y="3337"/>
                </a:lnTo>
                <a:lnTo>
                  <a:pt x="1547" y="3311"/>
                </a:lnTo>
                <a:lnTo>
                  <a:pt x="1164" y="3282"/>
                </a:lnTo>
                <a:lnTo>
                  <a:pt x="1151" y="3280"/>
                </a:lnTo>
                <a:lnTo>
                  <a:pt x="1137" y="3277"/>
                </a:lnTo>
                <a:lnTo>
                  <a:pt x="1124" y="3273"/>
                </a:lnTo>
                <a:lnTo>
                  <a:pt x="1111" y="3268"/>
                </a:lnTo>
                <a:lnTo>
                  <a:pt x="1099" y="3261"/>
                </a:lnTo>
                <a:lnTo>
                  <a:pt x="1088" y="3254"/>
                </a:lnTo>
                <a:lnTo>
                  <a:pt x="1077" y="3246"/>
                </a:lnTo>
                <a:lnTo>
                  <a:pt x="1066" y="3236"/>
                </a:lnTo>
                <a:lnTo>
                  <a:pt x="1057" y="3226"/>
                </a:lnTo>
                <a:lnTo>
                  <a:pt x="1049" y="3216"/>
                </a:lnTo>
                <a:lnTo>
                  <a:pt x="1042" y="3205"/>
                </a:lnTo>
                <a:lnTo>
                  <a:pt x="1036" y="3193"/>
                </a:lnTo>
                <a:lnTo>
                  <a:pt x="1030" y="3180"/>
                </a:lnTo>
                <a:lnTo>
                  <a:pt x="1026" y="3168"/>
                </a:lnTo>
                <a:lnTo>
                  <a:pt x="1024" y="3155"/>
                </a:lnTo>
                <a:lnTo>
                  <a:pt x="1022" y="3142"/>
                </a:lnTo>
                <a:lnTo>
                  <a:pt x="1022" y="3128"/>
                </a:lnTo>
                <a:lnTo>
                  <a:pt x="1023" y="3115"/>
                </a:lnTo>
                <a:lnTo>
                  <a:pt x="1025" y="3103"/>
                </a:lnTo>
                <a:lnTo>
                  <a:pt x="1029" y="3092"/>
                </a:lnTo>
                <a:lnTo>
                  <a:pt x="1034" y="3081"/>
                </a:lnTo>
                <a:lnTo>
                  <a:pt x="1040" y="3069"/>
                </a:lnTo>
                <a:lnTo>
                  <a:pt x="1047" y="3060"/>
                </a:lnTo>
                <a:lnTo>
                  <a:pt x="1055" y="3051"/>
                </a:lnTo>
                <a:lnTo>
                  <a:pt x="1063" y="3043"/>
                </a:lnTo>
                <a:lnTo>
                  <a:pt x="1074" y="3036"/>
                </a:lnTo>
                <a:lnTo>
                  <a:pt x="1085" y="3030"/>
                </a:lnTo>
                <a:lnTo>
                  <a:pt x="1096" y="3025"/>
                </a:lnTo>
                <a:lnTo>
                  <a:pt x="1108" y="3020"/>
                </a:lnTo>
                <a:lnTo>
                  <a:pt x="1120" y="3017"/>
                </a:lnTo>
                <a:lnTo>
                  <a:pt x="1134" y="3016"/>
                </a:lnTo>
                <a:lnTo>
                  <a:pt x="1148" y="3016"/>
                </a:lnTo>
                <a:lnTo>
                  <a:pt x="1518" y="3029"/>
                </a:lnTo>
                <a:lnTo>
                  <a:pt x="1463" y="2843"/>
                </a:lnTo>
                <a:lnTo>
                  <a:pt x="1145" y="2843"/>
                </a:lnTo>
                <a:lnTo>
                  <a:pt x="1131" y="2843"/>
                </a:lnTo>
                <a:lnTo>
                  <a:pt x="1117" y="2841"/>
                </a:lnTo>
                <a:lnTo>
                  <a:pt x="1104" y="2837"/>
                </a:lnTo>
                <a:lnTo>
                  <a:pt x="1092" y="2833"/>
                </a:lnTo>
                <a:lnTo>
                  <a:pt x="1081" y="2827"/>
                </a:lnTo>
                <a:lnTo>
                  <a:pt x="1070" y="2821"/>
                </a:lnTo>
                <a:lnTo>
                  <a:pt x="1059" y="2813"/>
                </a:lnTo>
                <a:lnTo>
                  <a:pt x="1050" y="2805"/>
                </a:lnTo>
                <a:lnTo>
                  <a:pt x="1042" y="2794"/>
                </a:lnTo>
                <a:lnTo>
                  <a:pt x="1035" y="2784"/>
                </a:lnTo>
                <a:lnTo>
                  <a:pt x="1028" y="2773"/>
                </a:lnTo>
                <a:lnTo>
                  <a:pt x="1023" y="2762"/>
                </a:lnTo>
                <a:lnTo>
                  <a:pt x="1019" y="2750"/>
                </a:lnTo>
                <a:lnTo>
                  <a:pt x="1016" y="2736"/>
                </a:lnTo>
                <a:lnTo>
                  <a:pt x="1015" y="2723"/>
                </a:lnTo>
                <a:lnTo>
                  <a:pt x="1014" y="2710"/>
                </a:lnTo>
                <a:lnTo>
                  <a:pt x="1015" y="2696"/>
                </a:lnTo>
                <a:lnTo>
                  <a:pt x="1018" y="2682"/>
                </a:lnTo>
                <a:lnTo>
                  <a:pt x="1021" y="2669"/>
                </a:lnTo>
                <a:lnTo>
                  <a:pt x="1026" y="2657"/>
                </a:lnTo>
                <a:lnTo>
                  <a:pt x="1032" y="2645"/>
                </a:lnTo>
                <a:lnTo>
                  <a:pt x="1039" y="2633"/>
                </a:lnTo>
                <a:lnTo>
                  <a:pt x="1047" y="2623"/>
                </a:lnTo>
                <a:lnTo>
                  <a:pt x="1056" y="2613"/>
                </a:lnTo>
                <a:lnTo>
                  <a:pt x="1065" y="2604"/>
                </a:lnTo>
                <a:lnTo>
                  <a:pt x="1077" y="2596"/>
                </a:lnTo>
                <a:lnTo>
                  <a:pt x="1088" y="2588"/>
                </a:lnTo>
                <a:lnTo>
                  <a:pt x="1100" y="2581"/>
                </a:lnTo>
                <a:lnTo>
                  <a:pt x="1112" y="2576"/>
                </a:lnTo>
                <a:lnTo>
                  <a:pt x="1126" y="2572"/>
                </a:lnTo>
                <a:lnTo>
                  <a:pt x="1139" y="2569"/>
                </a:lnTo>
                <a:lnTo>
                  <a:pt x="1153" y="2568"/>
                </a:lnTo>
                <a:lnTo>
                  <a:pt x="1390" y="2554"/>
                </a:lnTo>
                <a:lnTo>
                  <a:pt x="1383" y="2518"/>
                </a:lnTo>
                <a:lnTo>
                  <a:pt x="1378" y="2483"/>
                </a:lnTo>
                <a:lnTo>
                  <a:pt x="1374" y="2448"/>
                </a:lnTo>
                <a:lnTo>
                  <a:pt x="1371" y="2414"/>
                </a:lnTo>
                <a:lnTo>
                  <a:pt x="1369" y="2382"/>
                </a:lnTo>
                <a:lnTo>
                  <a:pt x="1369" y="2350"/>
                </a:lnTo>
                <a:lnTo>
                  <a:pt x="1370" y="2320"/>
                </a:lnTo>
                <a:lnTo>
                  <a:pt x="1372" y="2291"/>
                </a:lnTo>
                <a:lnTo>
                  <a:pt x="1376" y="2254"/>
                </a:lnTo>
                <a:lnTo>
                  <a:pt x="1381" y="2220"/>
                </a:lnTo>
                <a:lnTo>
                  <a:pt x="1388" y="2186"/>
                </a:lnTo>
                <a:lnTo>
                  <a:pt x="1398" y="2154"/>
                </a:lnTo>
                <a:lnTo>
                  <a:pt x="1408" y="2122"/>
                </a:lnTo>
                <a:lnTo>
                  <a:pt x="1419" y="2092"/>
                </a:lnTo>
                <a:lnTo>
                  <a:pt x="1432" y="2063"/>
                </a:lnTo>
                <a:lnTo>
                  <a:pt x="1447" y="2036"/>
                </a:lnTo>
                <a:lnTo>
                  <a:pt x="1464" y="2008"/>
                </a:lnTo>
                <a:lnTo>
                  <a:pt x="1481" y="1983"/>
                </a:lnTo>
                <a:lnTo>
                  <a:pt x="1500" y="1958"/>
                </a:lnTo>
                <a:lnTo>
                  <a:pt x="1521" y="1935"/>
                </a:lnTo>
                <a:lnTo>
                  <a:pt x="1543" y="1912"/>
                </a:lnTo>
                <a:lnTo>
                  <a:pt x="1567" y="1891"/>
                </a:lnTo>
                <a:lnTo>
                  <a:pt x="1592" y="1870"/>
                </a:lnTo>
                <a:lnTo>
                  <a:pt x="1619" y="1851"/>
                </a:lnTo>
                <a:lnTo>
                  <a:pt x="1646" y="1835"/>
                </a:lnTo>
                <a:lnTo>
                  <a:pt x="1673" y="1820"/>
                </a:lnTo>
                <a:lnTo>
                  <a:pt x="1701" y="1805"/>
                </a:lnTo>
                <a:lnTo>
                  <a:pt x="1730" y="1792"/>
                </a:lnTo>
                <a:lnTo>
                  <a:pt x="1759" y="1780"/>
                </a:lnTo>
                <a:lnTo>
                  <a:pt x="1789" y="1770"/>
                </a:lnTo>
                <a:lnTo>
                  <a:pt x="1819" y="1760"/>
                </a:lnTo>
                <a:lnTo>
                  <a:pt x="1850" y="1752"/>
                </a:lnTo>
                <a:lnTo>
                  <a:pt x="1881" y="1745"/>
                </a:lnTo>
                <a:lnTo>
                  <a:pt x="1914" y="1740"/>
                </a:lnTo>
                <a:lnTo>
                  <a:pt x="1947" y="1735"/>
                </a:lnTo>
                <a:lnTo>
                  <a:pt x="1979" y="1732"/>
                </a:lnTo>
                <a:lnTo>
                  <a:pt x="2014" y="1730"/>
                </a:lnTo>
                <a:lnTo>
                  <a:pt x="2047" y="1729"/>
                </a:lnTo>
                <a:lnTo>
                  <a:pt x="2083" y="1730"/>
                </a:lnTo>
                <a:lnTo>
                  <a:pt x="2119" y="1732"/>
                </a:lnTo>
                <a:lnTo>
                  <a:pt x="2149" y="1734"/>
                </a:lnTo>
                <a:lnTo>
                  <a:pt x="2179" y="1737"/>
                </a:lnTo>
                <a:lnTo>
                  <a:pt x="2208" y="1742"/>
                </a:lnTo>
                <a:lnTo>
                  <a:pt x="2238" y="1747"/>
                </a:lnTo>
                <a:lnTo>
                  <a:pt x="2267" y="1754"/>
                </a:lnTo>
                <a:lnTo>
                  <a:pt x="2294" y="1762"/>
                </a:lnTo>
                <a:lnTo>
                  <a:pt x="2322" y="1770"/>
                </a:lnTo>
                <a:lnTo>
                  <a:pt x="2349" y="1779"/>
                </a:lnTo>
                <a:lnTo>
                  <a:pt x="2376" y="1789"/>
                </a:lnTo>
                <a:lnTo>
                  <a:pt x="2401" y="1801"/>
                </a:lnTo>
                <a:lnTo>
                  <a:pt x="2426" y="1813"/>
                </a:lnTo>
                <a:lnTo>
                  <a:pt x="2452" y="1827"/>
                </a:lnTo>
                <a:lnTo>
                  <a:pt x="2476" y="1841"/>
                </a:lnTo>
                <a:lnTo>
                  <a:pt x="2501" y="1856"/>
                </a:lnTo>
                <a:lnTo>
                  <a:pt x="2524" y="1873"/>
                </a:lnTo>
                <a:lnTo>
                  <a:pt x="2548" y="1890"/>
                </a:lnTo>
                <a:lnTo>
                  <a:pt x="2570" y="1908"/>
                </a:lnTo>
                <a:lnTo>
                  <a:pt x="2591" y="1928"/>
                </a:lnTo>
                <a:lnTo>
                  <a:pt x="2612" y="1948"/>
                </a:lnTo>
                <a:lnTo>
                  <a:pt x="2631" y="1969"/>
                </a:lnTo>
                <a:lnTo>
                  <a:pt x="2651" y="1992"/>
                </a:lnTo>
                <a:lnTo>
                  <a:pt x="2668" y="2015"/>
                </a:lnTo>
                <a:lnTo>
                  <a:pt x="2684" y="2040"/>
                </a:lnTo>
                <a:lnTo>
                  <a:pt x="2700" y="2065"/>
                </a:lnTo>
                <a:lnTo>
                  <a:pt x="2715" y="2091"/>
                </a:lnTo>
                <a:lnTo>
                  <a:pt x="2729" y="2118"/>
                </a:lnTo>
                <a:lnTo>
                  <a:pt x="2742" y="2146"/>
                </a:lnTo>
                <a:lnTo>
                  <a:pt x="2754" y="2175"/>
                </a:lnTo>
                <a:lnTo>
                  <a:pt x="2767" y="2205"/>
                </a:lnTo>
                <a:lnTo>
                  <a:pt x="2778" y="2235"/>
                </a:lnTo>
                <a:lnTo>
                  <a:pt x="2788" y="2266"/>
                </a:lnTo>
                <a:lnTo>
                  <a:pt x="2797" y="2297"/>
                </a:lnTo>
                <a:lnTo>
                  <a:pt x="2796" y="2305"/>
                </a:lnTo>
                <a:lnTo>
                  <a:pt x="2794" y="2314"/>
                </a:lnTo>
                <a:lnTo>
                  <a:pt x="2788" y="2329"/>
                </a:lnTo>
                <a:lnTo>
                  <a:pt x="2781" y="2343"/>
                </a:lnTo>
                <a:lnTo>
                  <a:pt x="2771" y="2356"/>
                </a:lnTo>
                <a:lnTo>
                  <a:pt x="2760" y="2368"/>
                </a:lnTo>
                <a:lnTo>
                  <a:pt x="2753" y="2373"/>
                </a:lnTo>
                <a:lnTo>
                  <a:pt x="2746" y="2377"/>
                </a:lnTo>
                <a:lnTo>
                  <a:pt x="2739" y="2381"/>
                </a:lnTo>
                <a:lnTo>
                  <a:pt x="2732" y="2384"/>
                </a:lnTo>
                <a:lnTo>
                  <a:pt x="2724" y="2387"/>
                </a:lnTo>
                <a:lnTo>
                  <a:pt x="2717" y="2389"/>
                </a:lnTo>
                <a:lnTo>
                  <a:pt x="2709" y="2390"/>
                </a:lnTo>
                <a:lnTo>
                  <a:pt x="2699" y="2391"/>
                </a:lnTo>
                <a:lnTo>
                  <a:pt x="2691" y="2391"/>
                </a:lnTo>
                <a:lnTo>
                  <a:pt x="2682" y="2390"/>
                </a:lnTo>
                <a:lnTo>
                  <a:pt x="2673" y="2389"/>
                </a:lnTo>
                <a:lnTo>
                  <a:pt x="2664" y="2386"/>
                </a:lnTo>
                <a:lnTo>
                  <a:pt x="2655" y="2383"/>
                </a:lnTo>
                <a:lnTo>
                  <a:pt x="2645" y="2379"/>
                </a:lnTo>
                <a:lnTo>
                  <a:pt x="2635" y="2374"/>
                </a:lnTo>
                <a:lnTo>
                  <a:pt x="2626" y="2367"/>
                </a:lnTo>
                <a:lnTo>
                  <a:pt x="2616" y="2359"/>
                </a:lnTo>
                <a:lnTo>
                  <a:pt x="2607" y="2351"/>
                </a:lnTo>
                <a:lnTo>
                  <a:pt x="2597" y="2342"/>
                </a:lnTo>
                <a:lnTo>
                  <a:pt x="2587" y="2331"/>
                </a:lnTo>
                <a:lnTo>
                  <a:pt x="2577" y="2320"/>
                </a:lnTo>
                <a:lnTo>
                  <a:pt x="2568" y="2306"/>
                </a:lnTo>
                <a:lnTo>
                  <a:pt x="2551" y="2259"/>
                </a:lnTo>
                <a:lnTo>
                  <a:pt x="2533" y="2217"/>
                </a:lnTo>
                <a:lnTo>
                  <a:pt x="2517" y="2178"/>
                </a:lnTo>
                <a:lnTo>
                  <a:pt x="2501" y="2144"/>
                </a:lnTo>
                <a:lnTo>
                  <a:pt x="2492" y="2128"/>
                </a:lnTo>
                <a:lnTo>
                  <a:pt x="2482" y="2113"/>
                </a:lnTo>
                <a:lnTo>
                  <a:pt x="2472" y="2098"/>
                </a:lnTo>
                <a:lnTo>
                  <a:pt x="2461" y="2083"/>
                </a:lnTo>
                <a:lnTo>
                  <a:pt x="2450" y="2069"/>
                </a:lnTo>
                <a:lnTo>
                  <a:pt x="2438" y="2055"/>
                </a:lnTo>
                <a:lnTo>
                  <a:pt x="2424" y="2042"/>
                </a:lnTo>
                <a:lnTo>
                  <a:pt x="2410" y="2027"/>
                </a:lnTo>
                <a:lnTo>
                  <a:pt x="2395" y="2014"/>
                </a:lnTo>
                <a:lnTo>
                  <a:pt x="2379" y="2002"/>
                </a:lnTo>
                <a:lnTo>
                  <a:pt x="2363" y="1990"/>
                </a:lnTo>
                <a:lnTo>
                  <a:pt x="2347" y="1978"/>
                </a:lnTo>
                <a:lnTo>
                  <a:pt x="2330" y="1968"/>
                </a:lnTo>
                <a:lnTo>
                  <a:pt x="2313" y="1959"/>
                </a:lnTo>
                <a:lnTo>
                  <a:pt x="2296" y="1950"/>
                </a:lnTo>
                <a:lnTo>
                  <a:pt x="2278" y="1942"/>
                </a:lnTo>
                <a:lnTo>
                  <a:pt x="2260" y="1935"/>
                </a:lnTo>
                <a:lnTo>
                  <a:pt x="2242" y="1929"/>
                </a:lnTo>
                <a:lnTo>
                  <a:pt x="2223" y="1922"/>
                </a:lnTo>
                <a:lnTo>
                  <a:pt x="2204" y="1918"/>
                </a:lnTo>
                <a:lnTo>
                  <a:pt x="2184" y="1913"/>
                </a:lnTo>
                <a:lnTo>
                  <a:pt x="2165" y="1910"/>
                </a:lnTo>
                <a:lnTo>
                  <a:pt x="2144" y="1908"/>
                </a:lnTo>
                <a:lnTo>
                  <a:pt x="2124" y="1906"/>
                </a:lnTo>
                <a:lnTo>
                  <a:pt x="2101" y="1905"/>
                </a:lnTo>
                <a:lnTo>
                  <a:pt x="2079" y="1904"/>
                </a:lnTo>
                <a:lnTo>
                  <a:pt x="2058" y="1905"/>
                </a:lnTo>
                <a:lnTo>
                  <a:pt x="2036" y="1906"/>
                </a:lnTo>
                <a:lnTo>
                  <a:pt x="2016" y="1908"/>
                </a:lnTo>
                <a:lnTo>
                  <a:pt x="1996" y="1912"/>
                </a:lnTo>
                <a:lnTo>
                  <a:pt x="1976" y="1916"/>
                </a:lnTo>
                <a:lnTo>
                  <a:pt x="1958" y="1920"/>
                </a:lnTo>
                <a:lnTo>
                  <a:pt x="1940" y="1927"/>
                </a:lnTo>
                <a:lnTo>
                  <a:pt x="1921" y="1934"/>
                </a:lnTo>
                <a:lnTo>
                  <a:pt x="1904" y="1941"/>
                </a:lnTo>
                <a:lnTo>
                  <a:pt x="1887" y="1950"/>
                </a:lnTo>
                <a:lnTo>
                  <a:pt x="1870" y="1959"/>
                </a:lnTo>
                <a:lnTo>
                  <a:pt x="1855" y="1969"/>
                </a:lnTo>
                <a:lnTo>
                  <a:pt x="1839" y="1981"/>
                </a:lnTo>
                <a:lnTo>
                  <a:pt x="1824" y="1993"/>
                </a:lnTo>
                <a:lnTo>
                  <a:pt x="1810" y="2005"/>
                </a:lnTo>
                <a:lnTo>
                  <a:pt x="1797" y="2018"/>
                </a:lnTo>
                <a:lnTo>
                  <a:pt x="1784" y="2031"/>
                </a:lnTo>
                <a:lnTo>
                  <a:pt x="1772" y="2045"/>
                </a:lnTo>
                <a:lnTo>
                  <a:pt x="1761" y="2059"/>
                </a:lnTo>
                <a:lnTo>
                  <a:pt x="1752" y="2073"/>
                </a:lnTo>
                <a:lnTo>
                  <a:pt x="1743" y="2087"/>
                </a:lnTo>
                <a:lnTo>
                  <a:pt x="1735" y="2103"/>
                </a:lnTo>
                <a:lnTo>
                  <a:pt x="1728" y="2118"/>
                </a:lnTo>
                <a:lnTo>
                  <a:pt x="1720" y="2133"/>
                </a:lnTo>
                <a:lnTo>
                  <a:pt x="1715" y="2150"/>
                </a:lnTo>
                <a:lnTo>
                  <a:pt x="1711" y="2166"/>
                </a:lnTo>
                <a:lnTo>
                  <a:pt x="1707" y="2182"/>
                </a:lnTo>
                <a:lnTo>
                  <a:pt x="1704" y="2199"/>
                </a:lnTo>
                <a:lnTo>
                  <a:pt x="1702" y="2216"/>
                </a:lnTo>
                <a:lnTo>
                  <a:pt x="1701" y="2234"/>
                </a:lnTo>
                <a:lnTo>
                  <a:pt x="1702" y="2258"/>
                </a:lnTo>
                <a:lnTo>
                  <a:pt x="1703" y="2286"/>
                </a:lnTo>
                <a:lnTo>
                  <a:pt x="1706" y="2319"/>
                </a:lnTo>
                <a:lnTo>
                  <a:pt x="1710" y="2354"/>
                </a:lnTo>
                <a:lnTo>
                  <a:pt x="1716" y="2396"/>
                </a:lnTo>
                <a:lnTo>
                  <a:pt x="1725" y="2441"/>
                </a:lnTo>
                <a:lnTo>
                  <a:pt x="1734" y="2491"/>
                </a:lnTo>
                <a:lnTo>
                  <a:pt x="1745" y="2545"/>
                </a:lnTo>
                <a:lnTo>
                  <a:pt x="2179" y="2552"/>
                </a:lnTo>
                <a:lnTo>
                  <a:pt x="2195" y="2554"/>
                </a:lnTo>
                <a:lnTo>
                  <a:pt x="2212" y="2556"/>
                </a:lnTo>
                <a:lnTo>
                  <a:pt x="2226" y="2560"/>
                </a:lnTo>
                <a:lnTo>
                  <a:pt x="2241" y="2566"/>
                </a:lnTo>
                <a:lnTo>
                  <a:pt x="2254" y="2572"/>
                </a:lnTo>
                <a:lnTo>
                  <a:pt x="2268" y="2580"/>
                </a:lnTo>
                <a:lnTo>
                  <a:pt x="2280" y="2589"/>
                </a:lnTo>
                <a:lnTo>
                  <a:pt x="2291" y="2598"/>
                </a:lnTo>
                <a:lnTo>
                  <a:pt x="2302" y="2609"/>
                </a:lnTo>
                <a:lnTo>
                  <a:pt x="2311" y="2620"/>
                </a:lnTo>
                <a:lnTo>
                  <a:pt x="2319" y="2632"/>
                </a:lnTo>
                <a:lnTo>
                  <a:pt x="2326" y="2645"/>
                </a:lnTo>
                <a:lnTo>
                  <a:pt x="2332" y="2658"/>
                </a:lnTo>
                <a:lnTo>
                  <a:pt x="2336" y="2672"/>
                </a:lnTo>
                <a:lnTo>
                  <a:pt x="2339" y="2685"/>
                </a:lnTo>
                <a:lnTo>
                  <a:pt x="2340" y="2701"/>
                </a:lnTo>
                <a:lnTo>
                  <a:pt x="2339" y="2715"/>
                </a:lnTo>
                <a:lnTo>
                  <a:pt x="2337" y="2729"/>
                </a:lnTo>
                <a:lnTo>
                  <a:pt x="2334" y="2742"/>
                </a:lnTo>
                <a:lnTo>
                  <a:pt x="2329" y="2756"/>
                </a:lnTo>
                <a:lnTo>
                  <a:pt x="2323" y="2769"/>
                </a:lnTo>
                <a:lnTo>
                  <a:pt x="2314" y="2780"/>
                </a:lnTo>
                <a:lnTo>
                  <a:pt x="2306" y="2791"/>
                </a:lnTo>
                <a:lnTo>
                  <a:pt x="2296" y="2801"/>
                </a:lnTo>
                <a:lnTo>
                  <a:pt x="2285" y="2811"/>
                </a:lnTo>
                <a:lnTo>
                  <a:pt x="2274" y="2819"/>
                </a:lnTo>
                <a:lnTo>
                  <a:pt x="2260" y="2826"/>
                </a:lnTo>
                <a:lnTo>
                  <a:pt x="2246" y="2832"/>
                </a:lnTo>
                <a:lnTo>
                  <a:pt x="2232" y="2837"/>
                </a:lnTo>
                <a:lnTo>
                  <a:pt x="2217" y="2841"/>
                </a:lnTo>
                <a:lnTo>
                  <a:pt x="2201" y="2843"/>
                </a:lnTo>
                <a:lnTo>
                  <a:pt x="2185" y="2843"/>
                </a:lnTo>
                <a:lnTo>
                  <a:pt x="1814" y="2843"/>
                </a:lnTo>
                <a:lnTo>
                  <a:pt x="1840" y="2948"/>
                </a:lnTo>
                <a:lnTo>
                  <a:pt x="1850" y="2993"/>
                </a:lnTo>
                <a:lnTo>
                  <a:pt x="1859" y="3032"/>
                </a:lnTo>
                <a:lnTo>
                  <a:pt x="2183" y="3027"/>
                </a:lnTo>
                <a:lnTo>
                  <a:pt x="2199" y="3027"/>
                </a:lnTo>
                <a:lnTo>
                  <a:pt x="2215" y="3029"/>
                </a:lnTo>
                <a:lnTo>
                  <a:pt x="2230" y="3032"/>
                </a:lnTo>
                <a:lnTo>
                  <a:pt x="2244" y="3036"/>
                </a:lnTo>
                <a:lnTo>
                  <a:pt x="2257" y="3042"/>
                </a:lnTo>
                <a:lnTo>
                  <a:pt x="2270" y="3048"/>
                </a:lnTo>
                <a:lnTo>
                  <a:pt x="2282" y="3055"/>
                </a:lnTo>
                <a:lnTo>
                  <a:pt x="2292" y="3064"/>
                </a:lnTo>
                <a:lnTo>
                  <a:pt x="2302" y="3073"/>
                </a:lnTo>
                <a:lnTo>
                  <a:pt x="2310" y="3085"/>
                </a:lnTo>
                <a:lnTo>
                  <a:pt x="2317" y="3095"/>
                </a:lnTo>
                <a:lnTo>
                  <a:pt x="2324" y="3107"/>
                </a:lnTo>
                <a:lnTo>
                  <a:pt x="2328" y="3119"/>
                </a:lnTo>
                <a:lnTo>
                  <a:pt x="2331" y="3133"/>
                </a:lnTo>
                <a:lnTo>
                  <a:pt x="2333" y="3147"/>
                </a:lnTo>
                <a:lnTo>
                  <a:pt x="2333" y="3160"/>
                </a:lnTo>
                <a:lnTo>
                  <a:pt x="2331" y="3174"/>
                </a:lnTo>
                <a:lnTo>
                  <a:pt x="2328" y="3188"/>
                </a:lnTo>
                <a:lnTo>
                  <a:pt x="2324" y="3202"/>
                </a:lnTo>
                <a:lnTo>
                  <a:pt x="2317" y="3214"/>
                </a:lnTo>
                <a:lnTo>
                  <a:pt x="2310" y="3226"/>
                </a:lnTo>
                <a:lnTo>
                  <a:pt x="2302" y="3238"/>
                </a:lnTo>
                <a:lnTo>
                  <a:pt x="2293" y="3249"/>
                </a:lnTo>
                <a:lnTo>
                  <a:pt x="2283" y="3259"/>
                </a:lnTo>
                <a:lnTo>
                  <a:pt x="2271" y="3269"/>
                </a:lnTo>
                <a:lnTo>
                  <a:pt x="2258" y="3277"/>
                </a:lnTo>
                <a:lnTo>
                  <a:pt x="2245" y="3284"/>
                </a:lnTo>
                <a:lnTo>
                  <a:pt x="2232" y="3291"/>
                </a:lnTo>
                <a:lnTo>
                  <a:pt x="2218" y="3297"/>
                </a:lnTo>
                <a:lnTo>
                  <a:pt x="2202" y="3301"/>
                </a:lnTo>
                <a:lnTo>
                  <a:pt x="2187" y="3304"/>
                </a:lnTo>
                <a:lnTo>
                  <a:pt x="2171" y="3306"/>
                </a:lnTo>
                <a:lnTo>
                  <a:pt x="1867" y="3316"/>
                </a:lnTo>
                <a:lnTo>
                  <a:pt x="1865" y="3343"/>
                </a:lnTo>
                <a:lnTo>
                  <a:pt x="1862" y="3367"/>
                </a:lnTo>
                <a:lnTo>
                  <a:pt x="1857" y="3395"/>
                </a:lnTo>
                <a:lnTo>
                  <a:pt x="1852" y="3422"/>
                </a:lnTo>
                <a:lnTo>
                  <a:pt x="1847" y="3448"/>
                </a:lnTo>
                <a:lnTo>
                  <a:pt x="1840" y="3474"/>
                </a:lnTo>
                <a:lnTo>
                  <a:pt x="1833" y="3498"/>
                </a:lnTo>
                <a:lnTo>
                  <a:pt x="1823" y="3522"/>
                </a:lnTo>
                <a:lnTo>
                  <a:pt x="1814" y="3545"/>
                </a:lnTo>
                <a:lnTo>
                  <a:pt x="1803" y="3568"/>
                </a:lnTo>
                <a:lnTo>
                  <a:pt x="1791" y="3590"/>
                </a:lnTo>
                <a:lnTo>
                  <a:pt x="1778" y="3612"/>
                </a:lnTo>
                <a:lnTo>
                  <a:pt x="1761" y="3634"/>
                </a:lnTo>
                <a:lnTo>
                  <a:pt x="1745" y="3655"/>
                </a:lnTo>
                <a:lnTo>
                  <a:pt x="1726" y="3676"/>
                </a:lnTo>
                <a:lnTo>
                  <a:pt x="1705" y="3698"/>
                </a:lnTo>
                <a:lnTo>
                  <a:pt x="1682" y="3718"/>
                </a:lnTo>
                <a:lnTo>
                  <a:pt x="1657" y="3740"/>
                </a:lnTo>
                <a:lnTo>
                  <a:pt x="1686" y="3736"/>
                </a:lnTo>
                <a:lnTo>
                  <a:pt x="1708" y="3732"/>
                </a:lnTo>
                <a:lnTo>
                  <a:pt x="1729" y="3731"/>
                </a:lnTo>
                <a:lnTo>
                  <a:pt x="1746" y="3731"/>
                </a:lnTo>
                <a:lnTo>
                  <a:pt x="1781" y="3734"/>
                </a:lnTo>
                <a:lnTo>
                  <a:pt x="1801" y="3736"/>
                </a:lnTo>
                <a:lnTo>
                  <a:pt x="1824" y="3736"/>
                </a:lnTo>
                <a:lnTo>
                  <a:pt x="1861" y="3737"/>
                </a:lnTo>
                <a:lnTo>
                  <a:pt x="1898" y="3738"/>
                </a:lnTo>
                <a:lnTo>
                  <a:pt x="1934" y="3739"/>
                </a:lnTo>
                <a:lnTo>
                  <a:pt x="1973" y="3741"/>
                </a:lnTo>
                <a:lnTo>
                  <a:pt x="2012" y="3744"/>
                </a:lnTo>
                <a:lnTo>
                  <a:pt x="2051" y="3748"/>
                </a:lnTo>
                <a:lnTo>
                  <a:pt x="2090" y="3752"/>
                </a:lnTo>
                <a:lnTo>
                  <a:pt x="2130" y="3757"/>
                </a:lnTo>
                <a:lnTo>
                  <a:pt x="2191" y="3764"/>
                </a:lnTo>
                <a:lnTo>
                  <a:pt x="2247" y="3769"/>
                </a:lnTo>
                <a:lnTo>
                  <a:pt x="2297" y="3772"/>
                </a:lnTo>
                <a:lnTo>
                  <a:pt x="2343" y="3774"/>
                </a:lnTo>
                <a:lnTo>
                  <a:pt x="2384" y="3775"/>
                </a:lnTo>
                <a:lnTo>
                  <a:pt x="2419" y="3775"/>
                </a:lnTo>
                <a:lnTo>
                  <a:pt x="2450" y="3774"/>
                </a:lnTo>
                <a:lnTo>
                  <a:pt x="2476" y="3771"/>
                </a:lnTo>
                <a:lnTo>
                  <a:pt x="2502" y="3767"/>
                </a:lnTo>
                <a:lnTo>
                  <a:pt x="2530" y="3761"/>
                </a:lnTo>
                <a:lnTo>
                  <a:pt x="2561" y="3752"/>
                </a:lnTo>
                <a:lnTo>
                  <a:pt x="2595" y="3740"/>
                </a:lnTo>
                <a:lnTo>
                  <a:pt x="2629" y="3725"/>
                </a:lnTo>
                <a:lnTo>
                  <a:pt x="2646" y="3717"/>
                </a:lnTo>
                <a:lnTo>
                  <a:pt x="2664" y="3708"/>
                </a:lnTo>
                <a:lnTo>
                  <a:pt x="2682" y="3698"/>
                </a:lnTo>
                <a:lnTo>
                  <a:pt x="2699" y="3687"/>
                </a:lnTo>
                <a:lnTo>
                  <a:pt x="2718" y="3675"/>
                </a:lnTo>
                <a:lnTo>
                  <a:pt x="2735" y="3663"/>
                </a:lnTo>
                <a:lnTo>
                  <a:pt x="2751" y="3661"/>
                </a:lnTo>
                <a:lnTo>
                  <a:pt x="2767" y="3660"/>
                </a:lnTo>
                <a:lnTo>
                  <a:pt x="2782" y="3661"/>
                </a:lnTo>
                <a:lnTo>
                  <a:pt x="2795" y="3664"/>
                </a:lnTo>
                <a:lnTo>
                  <a:pt x="2808" y="3669"/>
                </a:lnTo>
                <a:lnTo>
                  <a:pt x="2814" y="3672"/>
                </a:lnTo>
                <a:lnTo>
                  <a:pt x="2819" y="3675"/>
                </a:lnTo>
                <a:lnTo>
                  <a:pt x="2824" y="3679"/>
                </a:lnTo>
                <a:lnTo>
                  <a:pt x="2828" y="3684"/>
                </a:lnTo>
                <a:lnTo>
                  <a:pt x="2832" y="3689"/>
                </a:lnTo>
                <a:lnTo>
                  <a:pt x="2835" y="3695"/>
                </a:lnTo>
                <a:lnTo>
                  <a:pt x="2837" y="3701"/>
                </a:lnTo>
                <a:lnTo>
                  <a:pt x="2839" y="3707"/>
                </a:lnTo>
                <a:lnTo>
                  <a:pt x="2840" y="3714"/>
                </a:lnTo>
                <a:lnTo>
                  <a:pt x="2841" y="3722"/>
                </a:lnTo>
                <a:lnTo>
                  <a:pt x="2840" y="3730"/>
                </a:lnTo>
                <a:lnTo>
                  <a:pt x="2839" y="3740"/>
                </a:lnTo>
                <a:lnTo>
                  <a:pt x="2837" y="3749"/>
                </a:lnTo>
                <a:lnTo>
                  <a:pt x="2834" y="3759"/>
                </a:lnTo>
                <a:lnTo>
                  <a:pt x="2831" y="3769"/>
                </a:lnTo>
                <a:lnTo>
                  <a:pt x="2826" y="3780"/>
                </a:lnTo>
                <a:lnTo>
                  <a:pt x="2820" y="3792"/>
                </a:lnTo>
                <a:lnTo>
                  <a:pt x="2814" y="3804"/>
                </a:lnTo>
                <a:lnTo>
                  <a:pt x="2797" y="3830"/>
                </a:lnTo>
                <a:lnTo>
                  <a:pt x="2776" y="3860"/>
                </a:lnTo>
                <a:close/>
              </a:path>
            </a:pathLst>
          </a:custGeom>
          <a:solidFill>
            <a:srgbClr val="FEFFFF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/>
            <a:endParaRPr lang="zh-CN" altLang="en-US">
              <a:solidFill>
                <a:srgbClr val="FFFFFF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KSO_Shape"/>
          <p:cNvSpPr/>
          <p:nvPr/>
        </p:nvSpPr>
        <p:spPr bwMode="auto">
          <a:xfrm>
            <a:off x="8656815" y="2341858"/>
            <a:ext cx="1189326" cy="1015227"/>
          </a:xfrm>
          <a:custGeom>
            <a:avLst/>
            <a:gdLst>
              <a:gd name="T0" fmla="*/ 175713297 w 4097"/>
              <a:gd name="T1" fmla="*/ 71089403 h 3497"/>
              <a:gd name="T2" fmla="*/ 33597902 w 4097"/>
              <a:gd name="T3" fmla="*/ 71089403 h 3497"/>
              <a:gd name="T4" fmla="*/ 423256757 w 4097"/>
              <a:gd name="T5" fmla="*/ 139474091 h 3497"/>
              <a:gd name="T6" fmla="*/ 372859684 w 4097"/>
              <a:gd name="T7" fmla="*/ 216358747 h 3497"/>
              <a:gd name="T8" fmla="*/ 297747197 w 4097"/>
              <a:gd name="T9" fmla="*/ 139474091 h 3497"/>
              <a:gd name="T10" fmla="*/ 502231138 w 4097"/>
              <a:gd name="T11" fmla="*/ 428853992 h 3497"/>
              <a:gd name="T12" fmla="*/ 423256757 w 4097"/>
              <a:gd name="T13" fmla="*/ 139474091 h 3497"/>
              <a:gd name="T14" fmla="*/ 254687678 w 4097"/>
              <a:gd name="T15" fmla="*/ 98906881 h 3497"/>
              <a:gd name="T16" fmla="*/ 254687678 w 4097"/>
              <a:gd name="T17" fmla="*/ 327242836 h 3497"/>
              <a:gd name="T18" fmla="*/ 184402447 w 4097"/>
              <a:gd name="T19" fmla="*/ 160916703 h 3497"/>
              <a:gd name="T20" fmla="*/ 0 w 4097"/>
              <a:gd name="T21" fmla="*/ 369934708 h 3497"/>
              <a:gd name="T22" fmla="*/ 19116131 w 4097"/>
              <a:gd name="T23" fmla="*/ 675348230 h 3497"/>
              <a:gd name="T24" fmla="*/ 90752959 w 4097"/>
              <a:gd name="T25" fmla="*/ 548044259 h 3497"/>
              <a:gd name="T26" fmla="*/ 143080758 w 4097"/>
              <a:gd name="T27" fmla="*/ 528147135 h 3497"/>
              <a:gd name="T28" fmla="*/ 194249858 w 4097"/>
              <a:gd name="T29" fmla="*/ 674961968 h 3497"/>
              <a:gd name="T30" fmla="*/ 135936541 w 4097"/>
              <a:gd name="T31" fmla="*/ 385582067 h 3497"/>
              <a:gd name="T32" fmla="*/ 165865446 w 4097"/>
              <a:gd name="T33" fmla="*/ 356992065 h 3497"/>
              <a:gd name="T34" fmla="*/ 254687678 w 4097"/>
              <a:gd name="T35" fmla="*/ 455319332 h 3497"/>
              <a:gd name="T36" fmla="*/ 271293512 w 4097"/>
              <a:gd name="T37" fmla="*/ 471739216 h 3497"/>
              <a:gd name="T38" fmla="*/ 542780360 w 4097"/>
              <a:gd name="T39" fmla="*/ 471739216 h 3497"/>
              <a:gd name="T40" fmla="*/ 542780360 w 4097"/>
              <a:gd name="T41" fmla="*/ 379980165 h 3497"/>
              <a:gd name="T42" fmla="*/ 631988386 w 4097"/>
              <a:gd name="T43" fmla="*/ 286096012 h 3497"/>
              <a:gd name="T44" fmla="*/ 566337515 w 4097"/>
              <a:gd name="T45" fmla="*/ 506124911 h 3497"/>
              <a:gd name="T46" fmla="*/ 646277260 w 4097"/>
              <a:gd name="T47" fmla="*/ 668973364 h 3497"/>
              <a:gd name="T48" fmla="*/ 703239419 w 4097"/>
              <a:gd name="T49" fmla="*/ 468648678 h 3497"/>
              <a:gd name="T50" fmla="*/ 791095848 w 4097"/>
              <a:gd name="T51" fmla="*/ 669166715 h 3497"/>
              <a:gd name="T52" fmla="*/ 763483903 w 4097"/>
              <a:gd name="T53" fmla="*/ 170189195 h 3497"/>
              <a:gd name="T54" fmla="*/ 577536523 w 4097"/>
              <a:gd name="T55" fmla="*/ 289572813 h 3497"/>
              <a:gd name="T56" fmla="*/ 542780360 w 4097"/>
              <a:gd name="T57" fmla="*/ 115520115 h 3497"/>
              <a:gd name="T58" fmla="*/ 526367423 w 4097"/>
              <a:gd name="T59" fmla="*/ 98906881 h 3497"/>
              <a:gd name="T60" fmla="*/ 674082541 w 4097"/>
              <a:gd name="T61" fmla="*/ 15261096 h 3497"/>
              <a:gd name="T62" fmla="*/ 674082541 w 4097"/>
              <a:gd name="T63" fmla="*/ 153383050 h 3497"/>
              <a:gd name="T64" fmla="*/ 674082541 w 4097"/>
              <a:gd name="T65" fmla="*/ 15261096 h 3497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0" t="0" r="r" b="b"/>
            <a:pathLst>
              <a:path w="4097" h="3497">
                <a:moveTo>
                  <a:pt x="542" y="0"/>
                </a:moveTo>
                <a:cubicBezTo>
                  <a:pt x="745" y="0"/>
                  <a:pt x="910" y="165"/>
                  <a:pt x="910" y="368"/>
                </a:cubicBezTo>
                <a:cubicBezTo>
                  <a:pt x="910" y="571"/>
                  <a:pt x="745" y="736"/>
                  <a:pt x="542" y="736"/>
                </a:cubicBezTo>
                <a:cubicBezTo>
                  <a:pt x="339" y="736"/>
                  <a:pt x="174" y="571"/>
                  <a:pt x="174" y="368"/>
                </a:cubicBezTo>
                <a:cubicBezTo>
                  <a:pt x="174" y="165"/>
                  <a:pt x="339" y="0"/>
                  <a:pt x="542" y="0"/>
                </a:cubicBezTo>
                <a:close/>
                <a:moveTo>
                  <a:pt x="2192" y="722"/>
                </a:moveTo>
                <a:cubicBezTo>
                  <a:pt x="2192" y="1120"/>
                  <a:pt x="2192" y="1120"/>
                  <a:pt x="2192" y="1120"/>
                </a:cubicBezTo>
                <a:cubicBezTo>
                  <a:pt x="1931" y="1120"/>
                  <a:pt x="1931" y="1120"/>
                  <a:pt x="1931" y="1120"/>
                </a:cubicBezTo>
                <a:cubicBezTo>
                  <a:pt x="1931" y="722"/>
                  <a:pt x="1931" y="722"/>
                  <a:pt x="1931" y="722"/>
                </a:cubicBezTo>
                <a:cubicBezTo>
                  <a:pt x="1542" y="722"/>
                  <a:pt x="1542" y="722"/>
                  <a:pt x="1542" y="722"/>
                </a:cubicBezTo>
                <a:cubicBezTo>
                  <a:pt x="1542" y="2220"/>
                  <a:pt x="1542" y="2220"/>
                  <a:pt x="1542" y="2220"/>
                </a:cubicBezTo>
                <a:cubicBezTo>
                  <a:pt x="2601" y="2220"/>
                  <a:pt x="2601" y="2220"/>
                  <a:pt x="2601" y="2220"/>
                </a:cubicBezTo>
                <a:cubicBezTo>
                  <a:pt x="2601" y="722"/>
                  <a:pt x="2601" y="722"/>
                  <a:pt x="2601" y="722"/>
                </a:cubicBezTo>
                <a:cubicBezTo>
                  <a:pt x="2192" y="722"/>
                  <a:pt x="2192" y="722"/>
                  <a:pt x="2192" y="722"/>
                </a:cubicBezTo>
                <a:close/>
                <a:moveTo>
                  <a:pt x="1405" y="512"/>
                </a:moveTo>
                <a:cubicBezTo>
                  <a:pt x="1319" y="512"/>
                  <a:pt x="1319" y="512"/>
                  <a:pt x="1319" y="512"/>
                </a:cubicBezTo>
                <a:cubicBezTo>
                  <a:pt x="1319" y="598"/>
                  <a:pt x="1319" y="598"/>
                  <a:pt x="1319" y="598"/>
                </a:cubicBezTo>
                <a:cubicBezTo>
                  <a:pt x="1319" y="1694"/>
                  <a:pt x="1319" y="1694"/>
                  <a:pt x="1319" y="1694"/>
                </a:cubicBezTo>
                <a:cubicBezTo>
                  <a:pt x="1107" y="1550"/>
                  <a:pt x="1107" y="1550"/>
                  <a:pt x="1107" y="1550"/>
                </a:cubicBezTo>
                <a:cubicBezTo>
                  <a:pt x="955" y="833"/>
                  <a:pt x="955" y="833"/>
                  <a:pt x="955" y="833"/>
                </a:cubicBezTo>
                <a:cubicBezTo>
                  <a:pt x="67" y="825"/>
                  <a:pt x="67" y="825"/>
                  <a:pt x="67" y="825"/>
                </a:cubicBezTo>
                <a:cubicBezTo>
                  <a:pt x="0" y="1915"/>
                  <a:pt x="0" y="1915"/>
                  <a:pt x="0" y="1915"/>
                </a:cubicBezTo>
                <a:cubicBezTo>
                  <a:pt x="89" y="2707"/>
                  <a:pt x="89" y="2707"/>
                  <a:pt x="89" y="2707"/>
                </a:cubicBezTo>
                <a:cubicBezTo>
                  <a:pt x="99" y="3496"/>
                  <a:pt x="99" y="3496"/>
                  <a:pt x="99" y="3496"/>
                </a:cubicBezTo>
                <a:cubicBezTo>
                  <a:pt x="314" y="3494"/>
                  <a:pt x="314" y="3494"/>
                  <a:pt x="314" y="3494"/>
                </a:cubicBezTo>
                <a:cubicBezTo>
                  <a:pt x="470" y="2837"/>
                  <a:pt x="470" y="2837"/>
                  <a:pt x="470" y="2837"/>
                </a:cubicBezTo>
                <a:cubicBezTo>
                  <a:pt x="455" y="2345"/>
                  <a:pt x="455" y="2345"/>
                  <a:pt x="455" y="2345"/>
                </a:cubicBezTo>
                <a:cubicBezTo>
                  <a:pt x="741" y="2734"/>
                  <a:pt x="741" y="2734"/>
                  <a:pt x="741" y="2734"/>
                </a:cubicBezTo>
                <a:cubicBezTo>
                  <a:pt x="782" y="3497"/>
                  <a:pt x="782" y="3497"/>
                  <a:pt x="782" y="3497"/>
                </a:cubicBezTo>
                <a:cubicBezTo>
                  <a:pt x="1006" y="3494"/>
                  <a:pt x="1006" y="3494"/>
                  <a:pt x="1006" y="3494"/>
                </a:cubicBezTo>
                <a:cubicBezTo>
                  <a:pt x="1116" y="2612"/>
                  <a:pt x="1116" y="2612"/>
                  <a:pt x="1116" y="2612"/>
                </a:cubicBezTo>
                <a:cubicBezTo>
                  <a:pt x="704" y="1996"/>
                  <a:pt x="704" y="1996"/>
                  <a:pt x="704" y="1996"/>
                </a:cubicBezTo>
                <a:cubicBezTo>
                  <a:pt x="767" y="1441"/>
                  <a:pt x="767" y="1441"/>
                  <a:pt x="767" y="1441"/>
                </a:cubicBezTo>
                <a:cubicBezTo>
                  <a:pt x="859" y="1848"/>
                  <a:pt x="859" y="1848"/>
                  <a:pt x="859" y="1848"/>
                </a:cubicBezTo>
                <a:cubicBezTo>
                  <a:pt x="1319" y="1954"/>
                  <a:pt x="1319" y="1954"/>
                  <a:pt x="1319" y="1954"/>
                </a:cubicBezTo>
                <a:cubicBezTo>
                  <a:pt x="1319" y="2357"/>
                  <a:pt x="1319" y="2357"/>
                  <a:pt x="1319" y="2357"/>
                </a:cubicBezTo>
                <a:cubicBezTo>
                  <a:pt x="1319" y="2442"/>
                  <a:pt x="1319" y="2442"/>
                  <a:pt x="1319" y="2442"/>
                </a:cubicBezTo>
                <a:cubicBezTo>
                  <a:pt x="1405" y="2442"/>
                  <a:pt x="1405" y="2442"/>
                  <a:pt x="1405" y="2442"/>
                </a:cubicBezTo>
                <a:cubicBezTo>
                  <a:pt x="2726" y="2442"/>
                  <a:pt x="2726" y="2442"/>
                  <a:pt x="2726" y="2442"/>
                </a:cubicBezTo>
                <a:cubicBezTo>
                  <a:pt x="2811" y="2442"/>
                  <a:pt x="2811" y="2442"/>
                  <a:pt x="2811" y="2442"/>
                </a:cubicBezTo>
                <a:cubicBezTo>
                  <a:pt x="2811" y="2357"/>
                  <a:pt x="2811" y="2357"/>
                  <a:pt x="2811" y="2357"/>
                </a:cubicBezTo>
                <a:cubicBezTo>
                  <a:pt x="2811" y="1967"/>
                  <a:pt x="2811" y="1967"/>
                  <a:pt x="2811" y="1967"/>
                </a:cubicBezTo>
                <a:cubicBezTo>
                  <a:pt x="3165" y="1735"/>
                  <a:pt x="3165" y="1735"/>
                  <a:pt x="3165" y="1735"/>
                </a:cubicBezTo>
                <a:cubicBezTo>
                  <a:pt x="3273" y="1481"/>
                  <a:pt x="3273" y="1481"/>
                  <a:pt x="3273" y="1481"/>
                </a:cubicBezTo>
                <a:cubicBezTo>
                  <a:pt x="3392" y="2054"/>
                  <a:pt x="3392" y="2054"/>
                  <a:pt x="3392" y="2054"/>
                </a:cubicBezTo>
                <a:cubicBezTo>
                  <a:pt x="2933" y="2620"/>
                  <a:pt x="2933" y="2620"/>
                  <a:pt x="2933" y="2620"/>
                </a:cubicBezTo>
                <a:cubicBezTo>
                  <a:pt x="3130" y="3459"/>
                  <a:pt x="3130" y="3459"/>
                  <a:pt x="3130" y="3459"/>
                </a:cubicBezTo>
                <a:cubicBezTo>
                  <a:pt x="3347" y="3463"/>
                  <a:pt x="3347" y="3463"/>
                  <a:pt x="3347" y="3463"/>
                </a:cubicBezTo>
                <a:cubicBezTo>
                  <a:pt x="3298" y="2738"/>
                  <a:pt x="3298" y="2738"/>
                  <a:pt x="3298" y="2738"/>
                </a:cubicBezTo>
                <a:cubicBezTo>
                  <a:pt x="3642" y="2426"/>
                  <a:pt x="3642" y="2426"/>
                  <a:pt x="3642" y="2426"/>
                </a:cubicBezTo>
                <a:cubicBezTo>
                  <a:pt x="3816" y="3461"/>
                  <a:pt x="3816" y="3461"/>
                  <a:pt x="3816" y="3461"/>
                </a:cubicBezTo>
                <a:cubicBezTo>
                  <a:pt x="4097" y="3464"/>
                  <a:pt x="4097" y="3464"/>
                  <a:pt x="4097" y="3464"/>
                </a:cubicBezTo>
                <a:cubicBezTo>
                  <a:pt x="4048" y="2263"/>
                  <a:pt x="4048" y="2263"/>
                  <a:pt x="4048" y="2263"/>
                </a:cubicBezTo>
                <a:cubicBezTo>
                  <a:pt x="3954" y="881"/>
                  <a:pt x="3954" y="881"/>
                  <a:pt x="3954" y="881"/>
                </a:cubicBezTo>
                <a:cubicBezTo>
                  <a:pt x="3090" y="888"/>
                  <a:pt x="3090" y="888"/>
                  <a:pt x="3090" y="888"/>
                </a:cubicBezTo>
                <a:cubicBezTo>
                  <a:pt x="2991" y="1499"/>
                  <a:pt x="2991" y="1499"/>
                  <a:pt x="2991" y="1499"/>
                </a:cubicBezTo>
                <a:cubicBezTo>
                  <a:pt x="2811" y="1700"/>
                  <a:pt x="2811" y="1700"/>
                  <a:pt x="2811" y="1700"/>
                </a:cubicBezTo>
                <a:cubicBezTo>
                  <a:pt x="2811" y="598"/>
                  <a:pt x="2811" y="598"/>
                  <a:pt x="2811" y="598"/>
                </a:cubicBezTo>
                <a:cubicBezTo>
                  <a:pt x="2811" y="512"/>
                  <a:pt x="2811" y="512"/>
                  <a:pt x="2811" y="512"/>
                </a:cubicBezTo>
                <a:cubicBezTo>
                  <a:pt x="2726" y="512"/>
                  <a:pt x="2726" y="512"/>
                  <a:pt x="2726" y="512"/>
                </a:cubicBezTo>
                <a:cubicBezTo>
                  <a:pt x="1405" y="512"/>
                  <a:pt x="1405" y="512"/>
                  <a:pt x="1405" y="512"/>
                </a:cubicBezTo>
                <a:close/>
                <a:moveTo>
                  <a:pt x="3491" y="79"/>
                </a:moveTo>
                <a:cubicBezTo>
                  <a:pt x="3689" y="79"/>
                  <a:pt x="3849" y="239"/>
                  <a:pt x="3849" y="437"/>
                </a:cubicBezTo>
                <a:cubicBezTo>
                  <a:pt x="3849" y="634"/>
                  <a:pt x="3689" y="794"/>
                  <a:pt x="3491" y="794"/>
                </a:cubicBezTo>
                <a:cubicBezTo>
                  <a:pt x="3294" y="794"/>
                  <a:pt x="3134" y="634"/>
                  <a:pt x="3134" y="437"/>
                </a:cubicBezTo>
                <a:cubicBezTo>
                  <a:pt x="3134" y="239"/>
                  <a:pt x="3294" y="79"/>
                  <a:pt x="3491" y="79"/>
                </a:cubicBezTo>
                <a:close/>
              </a:path>
            </a:pathLst>
          </a:custGeom>
          <a:solidFill>
            <a:srgbClr val="FEFFFF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/>
            <a:endParaRPr lang="zh-CN" altLang="en-US">
              <a:solidFill>
                <a:srgbClr val="FFFFFF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KSO_Shape"/>
          <p:cNvSpPr/>
          <p:nvPr/>
        </p:nvSpPr>
        <p:spPr>
          <a:xfrm>
            <a:off x="5588387" y="2503448"/>
            <a:ext cx="1015227" cy="692046"/>
          </a:xfrm>
          <a:custGeom>
            <a:avLst/>
            <a:gdLst/>
            <a:ahLst/>
            <a:cxnLst/>
            <a:rect l="l" t="t" r="r" b="b"/>
            <a:pathLst>
              <a:path w="1690322" h="1152128">
                <a:moveTo>
                  <a:pt x="826556" y="1149986"/>
                </a:moveTo>
                <a:lnTo>
                  <a:pt x="889752" y="1149986"/>
                </a:lnTo>
                <a:cubicBezTo>
                  <a:pt x="889500" y="1150690"/>
                  <a:pt x="889449" y="1151409"/>
                  <a:pt x="889399" y="1152128"/>
                </a:cubicBezTo>
                <a:lnTo>
                  <a:pt x="826226" y="1152128"/>
                </a:lnTo>
                <a:close/>
                <a:moveTo>
                  <a:pt x="1243612" y="747450"/>
                </a:moveTo>
                <a:cubicBezTo>
                  <a:pt x="1477312" y="740021"/>
                  <a:pt x="1674794" y="919019"/>
                  <a:pt x="1690322" y="1152128"/>
                </a:cubicBezTo>
                <a:lnTo>
                  <a:pt x="1626622" y="1152128"/>
                </a:lnTo>
                <a:cubicBezTo>
                  <a:pt x="1611628" y="955005"/>
                  <a:pt x="1443876" y="804288"/>
                  <a:pt x="1245620" y="810590"/>
                </a:cubicBezTo>
                <a:cubicBezTo>
                  <a:pt x="1189595" y="812371"/>
                  <a:pt x="1136798" y="826511"/>
                  <a:pt x="1090488" y="851592"/>
                </a:cubicBezTo>
                <a:cubicBezTo>
                  <a:pt x="1079087" y="833319"/>
                  <a:pt x="1065672" y="816545"/>
                  <a:pt x="1049512" y="802255"/>
                </a:cubicBezTo>
                <a:cubicBezTo>
                  <a:pt x="1106685" y="768739"/>
                  <a:pt x="1172955" y="749696"/>
                  <a:pt x="1243612" y="747450"/>
                </a:cubicBezTo>
                <a:close/>
                <a:moveTo>
                  <a:pt x="562417" y="606836"/>
                </a:moveTo>
                <a:cubicBezTo>
                  <a:pt x="877321" y="596825"/>
                  <a:pt x="1143423" y="838020"/>
                  <a:pt x="1164346" y="1152128"/>
                </a:cubicBezTo>
                <a:lnTo>
                  <a:pt x="1078512" y="1152128"/>
                </a:lnTo>
                <a:cubicBezTo>
                  <a:pt x="1058307" y="886510"/>
                  <a:pt x="832267" y="683424"/>
                  <a:pt x="565122" y="691915"/>
                </a:cubicBezTo>
                <a:cubicBezTo>
                  <a:pt x="308709" y="700066"/>
                  <a:pt x="102467" y="900340"/>
                  <a:pt x="85124" y="1152128"/>
                </a:cubicBezTo>
                <a:lnTo>
                  <a:pt x="0" y="1152128"/>
                </a:lnTo>
                <a:cubicBezTo>
                  <a:pt x="17286" y="854342"/>
                  <a:pt x="260044" y="616447"/>
                  <a:pt x="562417" y="606836"/>
                </a:cubicBezTo>
                <a:close/>
                <a:moveTo>
                  <a:pt x="1257403" y="357877"/>
                </a:moveTo>
                <a:cubicBezTo>
                  <a:pt x="1175548" y="357877"/>
                  <a:pt x="1109192" y="424234"/>
                  <a:pt x="1109192" y="506089"/>
                </a:cubicBezTo>
                <a:cubicBezTo>
                  <a:pt x="1109192" y="587944"/>
                  <a:pt x="1175548" y="654300"/>
                  <a:pt x="1257403" y="654300"/>
                </a:cubicBezTo>
                <a:cubicBezTo>
                  <a:pt x="1339258" y="654300"/>
                  <a:pt x="1405614" y="587944"/>
                  <a:pt x="1405614" y="506089"/>
                </a:cubicBezTo>
                <a:cubicBezTo>
                  <a:pt x="1405614" y="424234"/>
                  <a:pt x="1339258" y="357877"/>
                  <a:pt x="1257403" y="357877"/>
                </a:cubicBezTo>
                <a:close/>
                <a:moveTo>
                  <a:pt x="1257403" y="297099"/>
                </a:moveTo>
                <a:cubicBezTo>
                  <a:pt x="1372825" y="297099"/>
                  <a:pt x="1466393" y="390667"/>
                  <a:pt x="1466393" y="506089"/>
                </a:cubicBezTo>
                <a:cubicBezTo>
                  <a:pt x="1466393" y="621511"/>
                  <a:pt x="1372825" y="715079"/>
                  <a:pt x="1257403" y="715079"/>
                </a:cubicBezTo>
                <a:cubicBezTo>
                  <a:pt x="1141981" y="715079"/>
                  <a:pt x="1048414" y="621511"/>
                  <a:pt x="1048414" y="506089"/>
                </a:cubicBezTo>
                <a:cubicBezTo>
                  <a:pt x="1048414" y="390667"/>
                  <a:pt x="1141981" y="297099"/>
                  <a:pt x="1257403" y="297099"/>
                </a:cubicBezTo>
                <a:close/>
                <a:moveTo>
                  <a:pt x="580999" y="81897"/>
                </a:moveTo>
                <a:cubicBezTo>
                  <a:pt x="470702" y="81897"/>
                  <a:pt x="381289" y="171311"/>
                  <a:pt x="381289" y="281608"/>
                </a:cubicBezTo>
                <a:cubicBezTo>
                  <a:pt x="381289" y="391906"/>
                  <a:pt x="470702" y="481318"/>
                  <a:pt x="580999" y="481318"/>
                </a:cubicBezTo>
                <a:cubicBezTo>
                  <a:pt x="691297" y="481318"/>
                  <a:pt x="780710" y="391906"/>
                  <a:pt x="780710" y="281608"/>
                </a:cubicBezTo>
                <a:cubicBezTo>
                  <a:pt x="780710" y="171311"/>
                  <a:pt x="691297" y="81897"/>
                  <a:pt x="580999" y="81897"/>
                </a:cubicBezTo>
                <a:close/>
                <a:moveTo>
                  <a:pt x="580999" y="0"/>
                </a:moveTo>
                <a:cubicBezTo>
                  <a:pt x="736527" y="0"/>
                  <a:pt x="862607" y="126080"/>
                  <a:pt x="862607" y="281608"/>
                </a:cubicBezTo>
                <a:cubicBezTo>
                  <a:pt x="862607" y="437136"/>
                  <a:pt x="736527" y="563216"/>
                  <a:pt x="580999" y="563216"/>
                </a:cubicBezTo>
                <a:cubicBezTo>
                  <a:pt x="425471" y="563216"/>
                  <a:pt x="299392" y="437136"/>
                  <a:pt x="299392" y="281608"/>
                </a:cubicBezTo>
                <a:cubicBezTo>
                  <a:pt x="299392" y="126080"/>
                  <a:pt x="425471" y="0"/>
                  <a:pt x="580999" y="0"/>
                </a:cubicBezTo>
                <a:close/>
              </a:path>
            </a:pathLst>
          </a:custGeom>
          <a:solidFill>
            <a:srgbClr val="FEFFFF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/>
            <a:endParaRPr lang="zh-CN" altLang="en-US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1654234" y="3928698"/>
            <a:ext cx="2572578" cy="2139537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Data-Driven Decisions: </a:t>
            </a:r>
            <a:r>
              <a:rPr lang="en-US" altLang="zh-CN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Leverging advanced analytics for accurate house price predictions are crucial.</a:t>
            </a:r>
            <a:endParaRPr lang="en-US" altLang="zh-CN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4809711" y="3928698"/>
            <a:ext cx="2572578" cy="2139537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Holistics Approach:</a:t>
            </a:r>
            <a:endParaRPr lang="en-US" altLang="zh-CN" sz="1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Combining diverse data sources and sophisticated models yields superior results.</a:t>
            </a:r>
            <a:endParaRPr lang="en-US" altLang="zh-CN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7965188" y="3928698"/>
            <a:ext cx="2572578" cy="2139537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Adaptability:</a:t>
            </a:r>
            <a:endParaRPr lang="en-US" altLang="zh-CN" sz="20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Models must continously</a:t>
            </a:r>
            <a:endParaRPr lang="en-US" altLang="zh-CN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evolve to reflect India’s dynamic real estate lanscape. </a:t>
            </a:r>
            <a:endParaRPr lang="en-US" altLang="zh-CN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1409700" y="2428875"/>
            <a:ext cx="2000250" cy="2000250"/>
          </a:xfrm>
          <a:prstGeom prst="ellipse">
            <a:avLst/>
          </a:prstGeom>
          <a:solidFill>
            <a:schemeClr val="accent1"/>
          </a:solidFill>
          <a:ln w="57150">
            <a:solidFill>
              <a:srgbClr val="F8F9F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6" name="椭圆 125"/>
          <p:cNvSpPr/>
          <p:nvPr/>
        </p:nvSpPr>
        <p:spPr>
          <a:xfrm>
            <a:off x="8782050" y="2428875"/>
            <a:ext cx="2000250" cy="2000250"/>
          </a:xfrm>
          <a:prstGeom prst="ellipse">
            <a:avLst/>
          </a:prstGeom>
          <a:solidFill>
            <a:schemeClr val="accent1"/>
          </a:solidFill>
          <a:ln w="57150">
            <a:solidFill>
              <a:srgbClr val="F8F9F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6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75380" y="2746375"/>
            <a:ext cx="771525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6000" b="1" dirty="0">
                <a:ea typeface="Calibri" panose="020F0502020204030204" pitchFamily="34" charset="0"/>
                <a:cs typeface="Calibri" panose="020F0502020204030204" pitchFamily="34" charset="0"/>
              </a:rPr>
              <a:t>THANK YOU</a:t>
            </a:r>
            <a:endParaRPr lang="zh-CN" altLang="en-US" sz="6000" b="1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 spd="slow"/>
</p:sld>
</file>

<file path=ppt/tags/tag1.xml><?xml version="1.0" encoding="utf-8"?>
<p:tagLst xmlns:p="http://schemas.openxmlformats.org/presentationml/2006/main">
  <p:tag name="MH" val="20160621213506"/>
  <p:tag name="MH_LIBRARY" val="CONTENTS"/>
  <p:tag name="MH_TYPE" val="ENTRY"/>
  <p:tag name="ID" val="553532"/>
  <p:tag name="MH_ORDER" val="1"/>
</p:tagLst>
</file>

<file path=ppt/tags/tag2.xml><?xml version="1.0" encoding="utf-8"?>
<p:tagLst xmlns:p="http://schemas.openxmlformats.org/presentationml/2006/main">
  <p:tag name="MH" val="20160621213506"/>
  <p:tag name="MH_LIBRARY" val="CONTENTS"/>
  <p:tag name="MH_TYPE" val="NUMBER"/>
  <p:tag name="ID" val="553532"/>
  <p:tag name="MH_ORDER" val="1"/>
</p:tagLst>
</file>

<file path=ppt/tags/tag3.xml><?xml version="1.0" encoding="utf-8"?>
<p:tagLst xmlns:p="http://schemas.openxmlformats.org/presentationml/2006/main">
  <p:tag name="MH" val="20160621213506"/>
  <p:tag name="MH_LIBRARY" val="CONTENTS"/>
  <p:tag name="MH_TYPE" val="ENTRY"/>
  <p:tag name="ID" val="553532"/>
  <p:tag name="MH_ORDER" val="1"/>
</p:tagLst>
</file>

<file path=ppt/tags/tag4.xml><?xml version="1.0" encoding="utf-8"?>
<p:tagLst xmlns:p="http://schemas.openxmlformats.org/presentationml/2006/main">
  <p:tag name="MH" val="20160621213506"/>
  <p:tag name="MH_LIBRARY" val="CONTENTS"/>
  <p:tag name="MH_TYPE" val="NUMBER"/>
  <p:tag name="ID" val="553532"/>
  <p:tag name="MH_ORDER" val="1"/>
</p:tagLst>
</file>

<file path=ppt/tags/tag5.xml><?xml version="1.0" encoding="utf-8"?>
<p:tagLst xmlns:p="http://schemas.openxmlformats.org/presentationml/2006/main">
  <p:tag name="MH" val="20160621213506"/>
  <p:tag name="MH_LIBRARY" val="CONTENTS"/>
  <p:tag name="MH_TYPE" val="ENTRY"/>
  <p:tag name="ID" val="553532"/>
  <p:tag name="MH_ORDER" val="1"/>
</p:tagLst>
</file>

<file path=ppt/tags/tag6.xml><?xml version="1.0" encoding="utf-8"?>
<p:tagLst xmlns:p="http://schemas.openxmlformats.org/presentationml/2006/main">
  <p:tag name="MH" val="20160621213506"/>
  <p:tag name="MH_LIBRARY" val="CONTENTS"/>
  <p:tag name="MH_TYPE" val="NUMBER"/>
  <p:tag name="ID" val="553532"/>
  <p:tag name="MH_ORDER" val="1"/>
</p:tagLst>
</file>

<file path=ppt/tags/tag7.xml><?xml version="1.0" encoding="utf-8"?>
<p:tagLst xmlns:p="http://schemas.openxmlformats.org/presentationml/2006/main">
  <p:tag name="MH" val="20160621213506"/>
  <p:tag name="MH_LIBRARY" val="CONTENTS"/>
  <p:tag name="MH_TYPE" val="ENTRY"/>
  <p:tag name="ID" val="553532"/>
  <p:tag name="MH_ORDER" val="1"/>
</p:tagLst>
</file>

<file path=ppt/tags/tag8.xml><?xml version="1.0" encoding="utf-8"?>
<p:tagLst xmlns:p="http://schemas.openxmlformats.org/presentationml/2006/main">
  <p:tag name="MH" val="20160621213506"/>
  <p:tag name="MH_LIBRARY" val="CONTENTS"/>
  <p:tag name="MH_TYPE" val="NUMBER"/>
  <p:tag name="ID" val="553532"/>
  <p:tag name="MH_ORDER" val="1"/>
</p:tagLst>
</file>

<file path=ppt/tags/tag9.xml><?xml version="1.0" encoding="utf-8"?>
<p:tagLst xmlns:p="http://schemas.openxmlformats.org/presentationml/2006/main">
  <p:tag name="MH" val="20160621213506"/>
  <p:tag name="MH_LIBRARY" val="CONTENTS"/>
  <p:tag name="MH_TYPE" val="ENTRY"/>
  <p:tag name="ID" val="553532"/>
  <p:tag name="MH_ORDER" val="1"/>
</p:tagLst>
</file>

<file path=ppt/tags/tag10.xml><?xml version="1.0" encoding="utf-8"?>
<p:tagLst xmlns:p="http://schemas.openxmlformats.org/presentationml/2006/main">
  <p:tag name="MH" val="20160621213506"/>
  <p:tag name="MH_LIBRARY" val="CONTENTS"/>
  <p:tag name="MH_TYPE" val="NUMBER"/>
  <p:tag name="ID" val="553532"/>
  <p:tag name="MH_ORDER" val="1"/>
</p:tagLst>
</file>

<file path=ppt/tags/tag11.xml><?xml version="1.0" encoding="utf-8"?>
<p:tagLst xmlns:p="http://schemas.openxmlformats.org/presentationml/2006/main">
  <p:tag name="MH" val="20160621213506"/>
  <p:tag name="MH_LIBRARY" val="CONTENTS"/>
  <p:tag name="MH_TYPE" val="ENTRY"/>
  <p:tag name="ID" val="553532"/>
  <p:tag name="MH_ORDER" val="1"/>
</p:tagLst>
</file>

<file path=ppt/tags/tag12.xml><?xml version="1.0" encoding="utf-8"?>
<p:tagLst xmlns:p="http://schemas.openxmlformats.org/presentationml/2006/main">
  <p:tag name="MH" val="20160621213506"/>
  <p:tag name="MH_LIBRARY" val="CONTENTS"/>
  <p:tag name="MH_TYPE" val="NUMBER"/>
  <p:tag name="ID" val="553532"/>
  <p:tag name="MH_ORDER" val="1"/>
</p:tagLst>
</file>

<file path=ppt/theme/theme1.xml><?xml version="1.0" encoding="utf-8"?>
<a:theme xmlns:a="http://schemas.openxmlformats.org/drawingml/2006/main" name="Office Theme">
  <a:themeElements>
    <a:clrScheme name="自定义 42">
      <a:dk1>
        <a:srgbClr val="4D4D4D"/>
      </a:dk1>
      <a:lt1>
        <a:srgbClr val="FFFFFF"/>
      </a:lt1>
      <a:dk2>
        <a:srgbClr val="4D4D4D"/>
      </a:dk2>
      <a:lt2>
        <a:srgbClr val="FFFFFF"/>
      </a:lt2>
      <a:accent1>
        <a:srgbClr val="EB3560"/>
      </a:accent1>
      <a:accent2>
        <a:srgbClr val="CD33B0"/>
      </a:accent2>
      <a:accent3>
        <a:srgbClr val="CE7A4C"/>
      </a:accent3>
      <a:accent4>
        <a:srgbClr val="E8CB1C"/>
      </a:accent4>
      <a:accent5>
        <a:srgbClr val="FF6766"/>
      </a:accent5>
      <a:accent6>
        <a:srgbClr val="82F173"/>
      </a:accent6>
      <a:hlink>
        <a:srgbClr val="EF342B"/>
      </a:hlink>
      <a:folHlink>
        <a:srgbClr val="7F7F7F"/>
      </a:folHlink>
    </a:clrScheme>
    <a:fontScheme name="自定义 2">
      <a:majorFont>
        <a:latin typeface="等线 Light"/>
        <a:ea typeface="微软雅黑"/>
        <a:cs typeface=""/>
      </a:majorFont>
      <a:minorFont>
        <a:latin typeface="Calibri"/>
        <a:ea typeface="Calibri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Calibri"/>
        <a:font script="Hebr" typeface="Calibri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Calibri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Calibri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Calibri"/>
        <a:font script="Hant" typeface="新細明體"/>
        <a:font script="Arab" typeface="Calibri"/>
        <a:font script="Hebr" typeface="Calibri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Calibri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Calibri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小清新文艺花瓣模板</Template>
  <TotalTime>0</TotalTime>
  <Words>1815</Words>
  <Application>WPS Presentation</Application>
  <PresentationFormat>宽屏</PresentationFormat>
  <Paragraphs>93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1" baseType="lpstr">
      <vt:lpstr>Arial</vt:lpstr>
      <vt:lpstr>SimSun</vt:lpstr>
      <vt:lpstr>Wingdings</vt:lpstr>
      <vt:lpstr>Calibri</vt:lpstr>
      <vt:lpstr>幼圆</vt:lpstr>
      <vt:lpstr>等线 Light</vt:lpstr>
      <vt:lpstr>Tempus Sans ITC</vt:lpstr>
      <vt:lpstr>Gabriola</vt:lpstr>
      <vt:lpstr>Wingdings 2</vt:lpstr>
      <vt:lpstr>Wingdings</vt:lpstr>
      <vt:lpstr>Times New Roman</vt:lpstr>
      <vt:lpstr>Microsoft YaHei</vt:lpstr>
      <vt:lpstr>Arial Unicode MS</vt:lpstr>
      <vt:lpstr>Office Theme</vt:lpstr>
      <vt:lpstr>House Price Prediction</vt:lpstr>
      <vt:lpstr>PowerPoint 演示文稿</vt:lpstr>
      <vt:lpstr> Data Collection &amp; Pre-processing
</vt:lpstr>
      <vt:lpstr>Real World Applications</vt:lpstr>
      <vt:lpstr>Demystifying Our Predictive Models: From Regression to Ensembles
</vt:lpstr>
      <vt:lpstr>Key Takeways &amp; The Future of Property Validation
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plan PPT template</dc:title>
  <dc:creator/>
  <cp:lastModifiedBy>WPS_1752553695</cp:lastModifiedBy>
  <cp:revision>6</cp:revision>
  <dcterms:created xsi:type="dcterms:W3CDTF">2019-06-18T09:07:00Z</dcterms:created>
  <dcterms:modified xsi:type="dcterms:W3CDTF">2025-11-15T09:34:15Z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2057-12.2.0.23158</vt:lpwstr>
  </property>
  <property fmtid="{D5CDD505-2E9C-101B-9397-08002B2CF9AE}" pid="3" name="ICV">
    <vt:lpwstr>4F179E94853A47EF826B73FC60184272_13</vt:lpwstr>
  </property>
</Properties>
</file>